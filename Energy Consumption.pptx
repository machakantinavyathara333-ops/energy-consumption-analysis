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70" r:id="rId5"/>
    <p:sldId id="271" r:id="rId6"/>
    <p:sldId id="272" r:id="rId7"/>
    <p:sldId id="260" r:id="rId8"/>
    <p:sldId id="261" r:id="rId9"/>
    <p:sldId id="267" r:id="rId10"/>
    <p:sldId id="268" r:id="rId11"/>
    <p:sldId id="266" r:id="rId12"/>
    <p:sldId id="263" r:id="rId13"/>
    <p:sldId id="273" r:id="rId14"/>
    <p:sldId id="265" r:id="rId15"/>
    <p:sldId id="274" r:id="rId16"/>
    <p:sldId id="269" r:id="rId17"/>
    <p:sldId id="275" r:id="rId18"/>
    <p:sldId id="276" r:id="rId19"/>
    <p:sldId id="277" r:id="rId20"/>
    <p:sldId id="278"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1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10F6A1-625C-455F-8AB3-6EBFE869B109}" v="81" dt="2026-07-04T07:01:35.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customschemas.google.com/relationships/presentationmetadata" Target="meta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yaThara Ramesh" userId="8e1179b203cd3529" providerId="LiveId" clId="{22F7DC27-E761-4BDC-B343-28401579FC6A}"/>
    <pc:docChg chg="undo custSel addSld delSld modSld sldOrd">
      <pc:chgData name="NavyaThara Ramesh" userId="8e1179b203cd3529" providerId="LiveId" clId="{22F7DC27-E761-4BDC-B343-28401579FC6A}" dt="2026-07-04T07:02:33.205" v="1484" actId="20577"/>
      <pc:docMkLst>
        <pc:docMk/>
      </pc:docMkLst>
      <pc:sldChg chg="modSp mod">
        <pc:chgData name="NavyaThara Ramesh" userId="8e1179b203cd3529" providerId="LiveId" clId="{22F7DC27-E761-4BDC-B343-28401579FC6A}" dt="2026-06-20T10:00:36.782" v="964" actId="113"/>
        <pc:sldMkLst>
          <pc:docMk/>
          <pc:sldMk cId="0" sldId="257"/>
        </pc:sldMkLst>
        <pc:spChg chg="mod">
          <ac:chgData name="NavyaThara Ramesh" userId="8e1179b203cd3529" providerId="LiveId" clId="{22F7DC27-E761-4BDC-B343-28401579FC6A}" dt="2026-06-20T09:59:11.018" v="957" actId="1076"/>
          <ac:spMkLst>
            <pc:docMk/>
            <pc:sldMk cId="0" sldId="257"/>
            <ac:spMk id="104" creationId="{00000000-0000-0000-0000-000000000000}"/>
          </ac:spMkLst>
        </pc:spChg>
        <pc:spChg chg="mod">
          <ac:chgData name="NavyaThara Ramesh" userId="8e1179b203cd3529" providerId="LiveId" clId="{22F7DC27-E761-4BDC-B343-28401579FC6A}" dt="2026-06-20T10:00:36.782" v="964" actId="113"/>
          <ac:spMkLst>
            <pc:docMk/>
            <pc:sldMk cId="0" sldId="257"/>
            <ac:spMk id="105" creationId="{00000000-0000-0000-0000-000000000000}"/>
          </ac:spMkLst>
        </pc:spChg>
      </pc:sldChg>
      <pc:sldChg chg="modSp mod">
        <pc:chgData name="NavyaThara Ramesh" userId="8e1179b203cd3529" providerId="LiveId" clId="{22F7DC27-E761-4BDC-B343-28401579FC6A}" dt="2026-06-20T06:35:31.626" v="857" actId="20577"/>
        <pc:sldMkLst>
          <pc:docMk/>
          <pc:sldMk cId="0" sldId="258"/>
        </pc:sldMkLst>
        <pc:spChg chg="mod">
          <ac:chgData name="NavyaThara Ramesh" userId="8e1179b203cd3529" providerId="LiveId" clId="{22F7DC27-E761-4BDC-B343-28401579FC6A}" dt="2026-06-20T06:02:04.169" v="837" actId="1076"/>
          <ac:spMkLst>
            <pc:docMk/>
            <pc:sldMk cId="0" sldId="258"/>
            <ac:spMk id="110" creationId="{00000000-0000-0000-0000-000000000000}"/>
          </ac:spMkLst>
        </pc:spChg>
        <pc:spChg chg="mod">
          <ac:chgData name="NavyaThara Ramesh" userId="8e1179b203cd3529" providerId="LiveId" clId="{22F7DC27-E761-4BDC-B343-28401579FC6A}" dt="2026-06-20T06:35:31.626" v="857" actId="20577"/>
          <ac:spMkLst>
            <pc:docMk/>
            <pc:sldMk cId="0" sldId="258"/>
            <ac:spMk id="111" creationId="{00000000-0000-0000-0000-000000000000}"/>
          </ac:spMkLst>
        </pc:spChg>
      </pc:sldChg>
      <pc:sldChg chg="addSp modSp mod">
        <pc:chgData name="NavyaThara Ramesh" userId="8e1179b203cd3529" providerId="LiveId" clId="{22F7DC27-E761-4BDC-B343-28401579FC6A}" dt="2026-06-20T10:14:43.276" v="1072" actId="12"/>
        <pc:sldMkLst>
          <pc:docMk/>
          <pc:sldMk cId="1645737655" sldId="260"/>
        </pc:sldMkLst>
        <pc:spChg chg="mod">
          <ac:chgData name="NavyaThara Ramesh" userId="8e1179b203cd3529" providerId="LiveId" clId="{22F7DC27-E761-4BDC-B343-28401579FC6A}" dt="2026-06-20T10:03:24.730" v="976" actId="20577"/>
          <ac:spMkLst>
            <pc:docMk/>
            <pc:sldMk cId="1645737655" sldId="260"/>
            <ac:spMk id="2" creationId="{6171B2C1-00BC-91BF-9936-46DB6743C73A}"/>
          </ac:spMkLst>
        </pc:spChg>
        <pc:spChg chg="mod">
          <ac:chgData name="NavyaThara Ramesh" userId="8e1179b203cd3529" providerId="LiveId" clId="{22F7DC27-E761-4BDC-B343-28401579FC6A}" dt="2026-06-20T10:11:21.571" v="1004" actId="123"/>
          <ac:spMkLst>
            <pc:docMk/>
            <pc:sldMk cId="1645737655" sldId="260"/>
            <ac:spMk id="3" creationId="{73595D09-02E0-4814-80CD-BCB398558761}"/>
          </ac:spMkLst>
        </pc:spChg>
        <pc:graphicFrameChg chg="add mod modGraphic">
          <ac:chgData name="NavyaThara Ramesh" userId="8e1179b203cd3529" providerId="LiveId" clId="{22F7DC27-E761-4BDC-B343-28401579FC6A}" dt="2026-06-20T10:14:43.276" v="1072" actId="12"/>
          <ac:graphicFrameMkLst>
            <pc:docMk/>
            <pc:sldMk cId="1645737655" sldId="260"/>
            <ac:graphicFrameMk id="4" creationId="{22726421-EAED-F719-CF8F-6A24F549BD8A}"/>
          </ac:graphicFrameMkLst>
        </pc:graphicFrameChg>
      </pc:sldChg>
      <pc:sldChg chg="addSp delSp modSp mod modClrScheme chgLayout">
        <pc:chgData name="NavyaThara Ramesh" userId="8e1179b203cd3529" providerId="LiveId" clId="{22F7DC27-E761-4BDC-B343-28401579FC6A}" dt="2026-07-02T07:41:11.940" v="1427" actId="313"/>
        <pc:sldMkLst>
          <pc:docMk/>
          <pc:sldMk cId="50609731" sldId="261"/>
        </pc:sldMkLst>
        <pc:spChg chg="mod ord">
          <ac:chgData name="NavyaThara Ramesh" userId="8e1179b203cd3529" providerId="LiveId" clId="{22F7DC27-E761-4BDC-B343-28401579FC6A}" dt="2026-06-20T10:25:53.337" v="1190" actId="20577"/>
          <ac:spMkLst>
            <pc:docMk/>
            <pc:sldMk cId="50609731" sldId="261"/>
            <ac:spMk id="2" creationId="{62BDE5FF-1D86-C910-0B13-18FDCD36CCAD}"/>
          </ac:spMkLst>
        </pc:spChg>
        <pc:spChg chg="add mod ord">
          <ac:chgData name="NavyaThara Ramesh" userId="8e1179b203cd3529" providerId="LiveId" clId="{22F7DC27-E761-4BDC-B343-28401579FC6A}" dt="2026-06-15T08:30:26.788" v="9" actId="700"/>
          <ac:spMkLst>
            <pc:docMk/>
            <pc:sldMk cId="50609731" sldId="261"/>
            <ac:spMk id="9" creationId="{EED80B32-E57B-DFE0-F5D4-D2CDB6A96966}"/>
          </ac:spMkLst>
        </pc:spChg>
        <pc:spChg chg="add mod ord">
          <ac:chgData name="NavyaThara Ramesh" userId="8e1179b203cd3529" providerId="LiveId" clId="{22F7DC27-E761-4BDC-B343-28401579FC6A}" dt="2026-06-20T10:25:15.253" v="1174" actId="20577"/>
          <ac:spMkLst>
            <pc:docMk/>
            <pc:sldMk cId="50609731" sldId="261"/>
            <ac:spMk id="10" creationId="{A47236D1-E490-931D-5268-12C076EBEBB1}"/>
          </ac:spMkLst>
        </pc:spChg>
        <pc:graphicFrameChg chg="add mod modGraphic">
          <ac:chgData name="NavyaThara Ramesh" userId="8e1179b203cd3529" providerId="LiveId" clId="{22F7DC27-E761-4BDC-B343-28401579FC6A}" dt="2026-07-02T07:41:11.940" v="1427" actId="313"/>
          <ac:graphicFrameMkLst>
            <pc:docMk/>
            <pc:sldMk cId="50609731" sldId="261"/>
            <ac:graphicFrameMk id="12" creationId="{E01CF8C2-17AE-8ED8-3A0F-963CD79B45A6}"/>
          </ac:graphicFrameMkLst>
        </pc:graphicFrameChg>
        <pc:picChg chg="mod">
          <ac:chgData name="NavyaThara Ramesh" userId="8e1179b203cd3529" providerId="LiveId" clId="{22F7DC27-E761-4BDC-B343-28401579FC6A}" dt="2026-06-20T06:15:14.258" v="840" actId="1076"/>
          <ac:picMkLst>
            <pc:docMk/>
            <pc:sldMk cId="50609731" sldId="261"/>
            <ac:picMk id="5" creationId="{611B70D7-C31B-3B2F-CB89-BA82EC91B3BB}"/>
          </ac:picMkLst>
        </pc:picChg>
      </pc:sldChg>
      <pc:sldChg chg="addSp modSp new mod">
        <pc:chgData name="NavyaThara Ramesh" userId="8e1179b203cd3529" providerId="LiveId" clId="{22F7DC27-E761-4BDC-B343-28401579FC6A}" dt="2026-07-02T06:21:59.068" v="1243" actId="1076"/>
        <pc:sldMkLst>
          <pc:docMk/>
          <pc:sldMk cId="2413906700" sldId="263"/>
        </pc:sldMkLst>
        <pc:spChg chg="mod">
          <ac:chgData name="NavyaThara Ramesh" userId="8e1179b203cd3529" providerId="LiveId" clId="{22F7DC27-E761-4BDC-B343-28401579FC6A}" dt="2026-06-20T10:30:09.530" v="1198"/>
          <ac:spMkLst>
            <pc:docMk/>
            <pc:sldMk cId="2413906700" sldId="263"/>
            <ac:spMk id="2" creationId="{72200416-858D-EF4B-A8E3-61F3CEBFBC0B}"/>
          </ac:spMkLst>
        </pc:spChg>
        <pc:spChg chg="mod">
          <ac:chgData name="NavyaThara Ramesh" userId="8e1179b203cd3529" providerId="LiveId" clId="{22F7DC27-E761-4BDC-B343-28401579FC6A}" dt="2026-07-02T06:18:58.202" v="1234" actId="14100"/>
          <ac:spMkLst>
            <pc:docMk/>
            <pc:sldMk cId="2413906700" sldId="263"/>
            <ac:spMk id="3" creationId="{E006B237-4640-85C4-98D2-B92E7C599D4F}"/>
          </ac:spMkLst>
        </pc:spChg>
        <pc:picChg chg="add mod">
          <ac:chgData name="NavyaThara Ramesh" userId="8e1179b203cd3529" providerId="LiveId" clId="{22F7DC27-E761-4BDC-B343-28401579FC6A}" dt="2026-07-02T06:21:31.737" v="1239" actId="1076"/>
          <ac:picMkLst>
            <pc:docMk/>
            <pc:sldMk cId="2413906700" sldId="263"/>
            <ac:picMk id="5" creationId="{244FD0F4-989D-7E04-74D9-EE929DE1B017}"/>
          </ac:picMkLst>
        </pc:picChg>
        <pc:picChg chg="add mod">
          <ac:chgData name="NavyaThara Ramesh" userId="8e1179b203cd3529" providerId="LiveId" clId="{22F7DC27-E761-4BDC-B343-28401579FC6A}" dt="2026-07-02T06:21:59.068" v="1243" actId="1076"/>
          <ac:picMkLst>
            <pc:docMk/>
            <pc:sldMk cId="2413906700" sldId="263"/>
            <ac:picMk id="7" creationId="{B1CC5BCC-B443-B36B-ADC8-508F29AB14B9}"/>
          </ac:picMkLst>
        </pc:picChg>
      </pc:sldChg>
      <pc:sldChg chg="addSp delSp modSp new mod">
        <pc:chgData name="NavyaThara Ramesh" userId="8e1179b203cd3529" providerId="LiveId" clId="{22F7DC27-E761-4BDC-B343-28401579FC6A}" dt="2026-07-04T06:55:46.045" v="1444" actId="1076"/>
        <pc:sldMkLst>
          <pc:docMk/>
          <pc:sldMk cId="3023320173" sldId="265"/>
        </pc:sldMkLst>
        <pc:spChg chg="mod">
          <ac:chgData name="NavyaThara Ramesh" userId="8e1179b203cd3529" providerId="LiveId" clId="{22F7DC27-E761-4BDC-B343-28401579FC6A}" dt="2026-07-04T06:54:48.778" v="1435" actId="1076"/>
          <ac:spMkLst>
            <pc:docMk/>
            <pc:sldMk cId="3023320173" sldId="265"/>
            <ac:spMk id="2" creationId="{61C554B4-2EAE-A327-40FF-DCBE4AEEB85B}"/>
          </ac:spMkLst>
        </pc:spChg>
        <pc:spChg chg="mod">
          <ac:chgData name="NavyaThara Ramesh" userId="8e1179b203cd3529" providerId="LiveId" clId="{22F7DC27-E761-4BDC-B343-28401579FC6A}" dt="2026-07-04T06:54:28.151" v="1433" actId="1076"/>
          <ac:spMkLst>
            <pc:docMk/>
            <pc:sldMk cId="3023320173" sldId="265"/>
            <ac:spMk id="3" creationId="{649E26C0-7229-609F-A26B-AFBD9D6364B6}"/>
          </ac:spMkLst>
        </pc:spChg>
        <pc:picChg chg="add mod">
          <ac:chgData name="NavyaThara Ramesh" userId="8e1179b203cd3529" providerId="LiveId" clId="{22F7DC27-E761-4BDC-B343-28401579FC6A}" dt="2026-07-04T06:55:01.054" v="1438" actId="1076"/>
          <ac:picMkLst>
            <pc:docMk/>
            <pc:sldMk cId="3023320173" sldId="265"/>
            <ac:picMk id="4" creationId="{51047702-B28D-7330-297E-6B5652A4E127}"/>
          </ac:picMkLst>
        </pc:picChg>
        <pc:picChg chg="add del mod">
          <ac:chgData name="NavyaThara Ramesh" userId="8e1179b203cd3529" providerId="LiveId" clId="{22F7DC27-E761-4BDC-B343-28401579FC6A}" dt="2026-07-04T06:54:12.300" v="1431" actId="21"/>
          <ac:picMkLst>
            <pc:docMk/>
            <pc:sldMk cId="3023320173" sldId="265"/>
            <ac:picMk id="5" creationId="{3B0267B5-F380-AC44-89AF-C971A29E9090}"/>
          </ac:picMkLst>
        </pc:picChg>
        <pc:picChg chg="add mod">
          <ac:chgData name="NavyaThara Ramesh" userId="8e1179b203cd3529" providerId="LiveId" clId="{22F7DC27-E761-4BDC-B343-28401579FC6A}" dt="2026-07-04T06:55:46.045" v="1444" actId="1076"/>
          <ac:picMkLst>
            <pc:docMk/>
            <pc:sldMk cId="3023320173" sldId="265"/>
            <ac:picMk id="6" creationId="{C728D459-E8B1-C2E1-8E38-F0EA1F43300B}"/>
          </ac:picMkLst>
        </pc:picChg>
        <pc:picChg chg="add del mod">
          <ac:chgData name="NavyaThara Ramesh" userId="8e1179b203cd3529" providerId="LiveId" clId="{22F7DC27-E761-4BDC-B343-28401579FC6A}" dt="2026-07-04T06:55:05.566" v="1439" actId="21"/>
          <ac:picMkLst>
            <pc:docMk/>
            <pc:sldMk cId="3023320173" sldId="265"/>
            <ac:picMk id="7" creationId="{EB2E22A5-F07C-BD8D-0A64-A90C83D84A3B}"/>
          </ac:picMkLst>
        </pc:picChg>
      </pc:sldChg>
      <pc:sldChg chg="addSp delSp modSp new mod ord">
        <pc:chgData name="NavyaThara Ramesh" userId="8e1179b203cd3529" providerId="LiveId" clId="{22F7DC27-E761-4BDC-B343-28401579FC6A}" dt="2026-07-02T06:30:19.854" v="1260" actId="1076"/>
        <pc:sldMkLst>
          <pc:docMk/>
          <pc:sldMk cId="1768690008" sldId="266"/>
        </pc:sldMkLst>
        <pc:spChg chg="mod">
          <ac:chgData name="NavyaThara Ramesh" userId="8e1179b203cd3529" providerId="LiveId" clId="{22F7DC27-E761-4BDC-B343-28401579FC6A}" dt="2026-06-20T10:30:02.922" v="1197"/>
          <ac:spMkLst>
            <pc:docMk/>
            <pc:sldMk cId="1768690008" sldId="266"/>
            <ac:spMk id="2" creationId="{BEB5E589-C469-CBB4-F717-BE907E31E29F}"/>
          </ac:spMkLst>
        </pc:spChg>
        <pc:spChg chg="mod">
          <ac:chgData name="NavyaThara Ramesh" userId="8e1179b203cd3529" providerId="LiveId" clId="{22F7DC27-E761-4BDC-B343-28401579FC6A}" dt="2026-06-15T09:39:03.748" v="687" actId="5793"/>
          <ac:spMkLst>
            <pc:docMk/>
            <pc:sldMk cId="1768690008" sldId="266"/>
            <ac:spMk id="3" creationId="{60A08C98-31E8-DCB7-801C-383F7907F91A}"/>
          </ac:spMkLst>
        </pc:spChg>
        <pc:picChg chg="add mod">
          <ac:chgData name="NavyaThara Ramesh" userId="8e1179b203cd3529" providerId="LiveId" clId="{22F7DC27-E761-4BDC-B343-28401579FC6A}" dt="2026-07-02T06:29:56.890" v="1256" actId="1076"/>
          <ac:picMkLst>
            <pc:docMk/>
            <pc:sldMk cId="1768690008" sldId="266"/>
            <ac:picMk id="8" creationId="{C169AE4F-060F-1D39-BA76-8A10156AB63D}"/>
          </ac:picMkLst>
        </pc:picChg>
        <pc:picChg chg="add mod">
          <ac:chgData name="NavyaThara Ramesh" userId="8e1179b203cd3529" providerId="LiveId" clId="{22F7DC27-E761-4BDC-B343-28401579FC6A}" dt="2026-07-02T06:30:19.854" v="1260" actId="1076"/>
          <ac:picMkLst>
            <pc:docMk/>
            <pc:sldMk cId="1768690008" sldId="266"/>
            <ac:picMk id="10" creationId="{6DB5CE44-0372-AE51-7E78-10B4B081F826}"/>
          </ac:picMkLst>
        </pc:picChg>
      </pc:sldChg>
      <pc:sldChg chg="addSp modSp new mod">
        <pc:chgData name="NavyaThara Ramesh" userId="8e1179b203cd3529" providerId="LiveId" clId="{22F7DC27-E761-4BDC-B343-28401579FC6A}" dt="2026-06-20T10:36:34.529" v="1201" actId="5793"/>
        <pc:sldMkLst>
          <pc:docMk/>
          <pc:sldMk cId="647458626" sldId="267"/>
        </pc:sldMkLst>
        <pc:spChg chg="mod">
          <ac:chgData name="NavyaThara Ramesh" userId="8e1179b203cd3529" providerId="LiveId" clId="{22F7DC27-E761-4BDC-B343-28401579FC6A}" dt="2026-06-20T10:29:48.548" v="1195" actId="20577"/>
          <ac:spMkLst>
            <pc:docMk/>
            <pc:sldMk cId="647458626" sldId="267"/>
            <ac:spMk id="2" creationId="{601FDB0D-6745-5E9A-C7F3-ECAC99F43A35}"/>
          </ac:spMkLst>
        </pc:spChg>
        <pc:spChg chg="mod">
          <ac:chgData name="NavyaThara Ramesh" userId="8e1179b203cd3529" providerId="LiveId" clId="{22F7DC27-E761-4BDC-B343-28401579FC6A}" dt="2026-06-20T10:36:34.529" v="1201" actId="5793"/>
          <ac:spMkLst>
            <pc:docMk/>
            <pc:sldMk cId="647458626" sldId="267"/>
            <ac:spMk id="3" creationId="{FD72046E-D145-CA73-5112-1A477EF496EA}"/>
          </ac:spMkLst>
        </pc:spChg>
        <pc:picChg chg="add mod">
          <ac:chgData name="NavyaThara Ramesh" userId="8e1179b203cd3529" providerId="LiveId" clId="{22F7DC27-E761-4BDC-B343-28401579FC6A}" dt="2026-06-15T09:45:54.558" v="703" actId="1076"/>
          <ac:picMkLst>
            <pc:docMk/>
            <pc:sldMk cId="647458626" sldId="267"/>
            <ac:picMk id="5" creationId="{FC56B862-B6D1-6789-816A-8991F816DE10}"/>
          </ac:picMkLst>
        </pc:picChg>
        <pc:picChg chg="add mod">
          <ac:chgData name="NavyaThara Ramesh" userId="8e1179b203cd3529" providerId="LiveId" clId="{22F7DC27-E761-4BDC-B343-28401579FC6A}" dt="2026-06-15T09:46:15.839" v="705" actId="1076"/>
          <ac:picMkLst>
            <pc:docMk/>
            <pc:sldMk cId="647458626" sldId="267"/>
            <ac:picMk id="7" creationId="{15AFB491-BBE2-AB23-3E74-3B3BFBFB4730}"/>
          </ac:picMkLst>
        </pc:picChg>
      </pc:sldChg>
      <pc:sldChg chg="addSp modSp new mod">
        <pc:chgData name="NavyaThara Ramesh" userId="8e1179b203cd3529" providerId="LiveId" clId="{22F7DC27-E761-4BDC-B343-28401579FC6A}" dt="2026-07-02T06:24:47.462" v="1252" actId="1076"/>
        <pc:sldMkLst>
          <pc:docMk/>
          <pc:sldMk cId="628003763" sldId="268"/>
        </pc:sldMkLst>
        <pc:spChg chg="mod">
          <ac:chgData name="NavyaThara Ramesh" userId="8e1179b203cd3529" providerId="LiveId" clId="{22F7DC27-E761-4BDC-B343-28401579FC6A}" dt="2026-06-20T10:29:58.478" v="1196"/>
          <ac:spMkLst>
            <pc:docMk/>
            <pc:sldMk cId="628003763" sldId="268"/>
            <ac:spMk id="2" creationId="{F5612AF0-78BF-3EF7-7367-3D47B17D0023}"/>
          </ac:spMkLst>
        </pc:spChg>
        <pc:spChg chg="mod">
          <ac:chgData name="NavyaThara Ramesh" userId="8e1179b203cd3529" providerId="LiveId" clId="{22F7DC27-E761-4BDC-B343-28401579FC6A}" dt="2026-06-15T09:49:22.748" v="717" actId="14100"/>
          <ac:spMkLst>
            <pc:docMk/>
            <pc:sldMk cId="628003763" sldId="268"/>
            <ac:spMk id="3" creationId="{688D1DBC-C864-F2C0-48CD-9CB95DEC80F6}"/>
          </ac:spMkLst>
        </pc:spChg>
        <pc:picChg chg="add mod">
          <ac:chgData name="NavyaThara Ramesh" userId="8e1179b203cd3529" providerId="LiveId" clId="{22F7DC27-E761-4BDC-B343-28401579FC6A}" dt="2026-06-15T09:49:34.504" v="719" actId="1076"/>
          <ac:picMkLst>
            <pc:docMk/>
            <pc:sldMk cId="628003763" sldId="268"/>
            <ac:picMk id="5" creationId="{19675998-8AC1-9893-5009-6E08F90F4069}"/>
          </ac:picMkLst>
        </pc:picChg>
        <pc:picChg chg="add mod">
          <ac:chgData name="NavyaThara Ramesh" userId="8e1179b203cd3529" providerId="LiveId" clId="{22F7DC27-E761-4BDC-B343-28401579FC6A}" dt="2026-07-02T06:24:47.462" v="1252" actId="1076"/>
          <ac:picMkLst>
            <pc:docMk/>
            <pc:sldMk cId="628003763" sldId="268"/>
            <ac:picMk id="6" creationId="{58BF11C3-3A7D-43E9-05CD-0378D61CF04C}"/>
          </ac:picMkLst>
        </pc:picChg>
      </pc:sldChg>
      <pc:sldChg chg="addSp modSp new mod">
        <pc:chgData name="NavyaThara Ramesh" userId="8e1179b203cd3529" providerId="LiveId" clId="{22F7DC27-E761-4BDC-B343-28401579FC6A}" dt="2026-07-02T07:08:03.165" v="1317" actId="1076"/>
        <pc:sldMkLst>
          <pc:docMk/>
          <pc:sldMk cId="1860899167" sldId="269"/>
        </pc:sldMkLst>
        <pc:spChg chg="mod">
          <ac:chgData name="NavyaThara Ramesh" userId="8e1179b203cd3529" providerId="LiveId" clId="{22F7DC27-E761-4BDC-B343-28401579FC6A}" dt="2026-06-20T10:30:23.576" v="1200"/>
          <ac:spMkLst>
            <pc:docMk/>
            <pc:sldMk cId="1860899167" sldId="269"/>
            <ac:spMk id="2" creationId="{377A9856-9B10-CBE7-6FE5-CDB436EB4CB2}"/>
          </ac:spMkLst>
        </pc:spChg>
        <pc:spChg chg="mod">
          <ac:chgData name="NavyaThara Ramesh" userId="8e1179b203cd3529" providerId="LiveId" clId="{22F7DC27-E761-4BDC-B343-28401579FC6A}" dt="2026-07-02T07:01:23.239" v="1310" actId="5793"/>
          <ac:spMkLst>
            <pc:docMk/>
            <pc:sldMk cId="1860899167" sldId="269"/>
            <ac:spMk id="3" creationId="{FA3AC6A5-5C9F-78A6-ABF7-B9FD4ACD6FAB}"/>
          </ac:spMkLst>
        </pc:spChg>
        <pc:picChg chg="add mod">
          <ac:chgData name="NavyaThara Ramesh" userId="8e1179b203cd3529" providerId="LiveId" clId="{22F7DC27-E761-4BDC-B343-28401579FC6A}" dt="2026-07-02T07:07:40.927" v="1315" actId="1076"/>
          <ac:picMkLst>
            <pc:docMk/>
            <pc:sldMk cId="1860899167" sldId="269"/>
            <ac:picMk id="5" creationId="{62B8DD74-07AD-190F-6DD3-42DE7011480E}"/>
          </ac:picMkLst>
        </pc:picChg>
        <pc:picChg chg="add mod">
          <ac:chgData name="NavyaThara Ramesh" userId="8e1179b203cd3529" providerId="LiveId" clId="{22F7DC27-E761-4BDC-B343-28401579FC6A}" dt="2026-07-02T07:08:03.165" v="1317" actId="1076"/>
          <ac:picMkLst>
            <pc:docMk/>
            <pc:sldMk cId="1860899167" sldId="269"/>
            <ac:picMk id="7" creationId="{FED569A0-4FCD-6800-707D-6BD1C59C16A0}"/>
          </ac:picMkLst>
        </pc:picChg>
      </pc:sldChg>
      <pc:sldChg chg="modSp new mod">
        <pc:chgData name="NavyaThara Ramesh" userId="8e1179b203cd3529" providerId="LiveId" clId="{22F7DC27-E761-4BDC-B343-28401579FC6A}" dt="2026-06-20T09:27:46.184" v="893" actId="20577"/>
        <pc:sldMkLst>
          <pc:docMk/>
          <pc:sldMk cId="1368313626" sldId="270"/>
        </pc:sldMkLst>
        <pc:spChg chg="mod">
          <ac:chgData name="NavyaThara Ramesh" userId="8e1179b203cd3529" providerId="LiveId" clId="{22F7DC27-E761-4BDC-B343-28401579FC6A}" dt="2026-06-20T09:26:23.305" v="880" actId="207"/>
          <ac:spMkLst>
            <pc:docMk/>
            <pc:sldMk cId="1368313626" sldId="270"/>
            <ac:spMk id="2" creationId="{744ECB3C-250F-282F-68CE-CF8569B8D597}"/>
          </ac:spMkLst>
        </pc:spChg>
        <pc:spChg chg="mod">
          <ac:chgData name="NavyaThara Ramesh" userId="8e1179b203cd3529" providerId="LiveId" clId="{22F7DC27-E761-4BDC-B343-28401579FC6A}" dt="2026-06-20T09:27:46.184" v="893" actId="20577"/>
          <ac:spMkLst>
            <pc:docMk/>
            <pc:sldMk cId="1368313626" sldId="270"/>
            <ac:spMk id="3" creationId="{9BA36BFE-52B4-5F19-69E3-10C054A49DD4}"/>
          </ac:spMkLst>
        </pc:spChg>
      </pc:sldChg>
      <pc:sldChg chg="modSp new mod">
        <pc:chgData name="NavyaThara Ramesh" userId="8e1179b203cd3529" providerId="LiveId" clId="{22F7DC27-E761-4BDC-B343-28401579FC6A}" dt="2026-06-20T09:58:05.300" v="945" actId="20577"/>
        <pc:sldMkLst>
          <pc:docMk/>
          <pc:sldMk cId="2849726324" sldId="271"/>
        </pc:sldMkLst>
        <pc:spChg chg="mod">
          <ac:chgData name="NavyaThara Ramesh" userId="8e1179b203cd3529" providerId="LiveId" clId="{22F7DC27-E761-4BDC-B343-28401579FC6A}" dt="2026-06-20T09:36:53.004" v="921" actId="1076"/>
          <ac:spMkLst>
            <pc:docMk/>
            <pc:sldMk cId="2849726324" sldId="271"/>
            <ac:spMk id="2" creationId="{3BA3D187-72B4-DDEA-F877-648206722203}"/>
          </ac:spMkLst>
        </pc:spChg>
        <pc:spChg chg="mod">
          <ac:chgData name="NavyaThara Ramesh" userId="8e1179b203cd3529" providerId="LiveId" clId="{22F7DC27-E761-4BDC-B343-28401579FC6A}" dt="2026-06-20T09:58:05.300" v="945" actId="20577"/>
          <ac:spMkLst>
            <pc:docMk/>
            <pc:sldMk cId="2849726324" sldId="271"/>
            <ac:spMk id="3" creationId="{3BB4D01E-82B6-E860-49AD-F9AA219C48AE}"/>
          </ac:spMkLst>
        </pc:spChg>
      </pc:sldChg>
      <pc:sldChg chg="modSp new mod">
        <pc:chgData name="NavyaThara Ramesh" userId="8e1179b203cd3529" providerId="LiveId" clId="{22F7DC27-E761-4BDC-B343-28401579FC6A}" dt="2026-06-20T09:58:17.707" v="948" actId="20577"/>
        <pc:sldMkLst>
          <pc:docMk/>
          <pc:sldMk cId="2379421363" sldId="272"/>
        </pc:sldMkLst>
        <pc:spChg chg="mod">
          <ac:chgData name="NavyaThara Ramesh" userId="8e1179b203cd3529" providerId="LiveId" clId="{22F7DC27-E761-4BDC-B343-28401579FC6A}" dt="2026-06-20T09:56:11.815" v="936"/>
          <ac:spMkLst>
            <pc:docMk/>
            <pc:sldMk cId="2379421363" sldId="272"/>
            <ac:spMk id="2" creationId="{142ED22B-E0F7-6C40-96B0-B8D65B505ECE}"/>
          </ac:spMkLst>
        </pc:spChg>
        <pc:spChg chg="mod">
          <ac:chgData name="NavyaThara Ramesh" userId="8e1179b203cd3529" providerId="LiveId" clId="{22F7DC27-E761-4BDC-B343-28401579FC6A}" dt="2026-06-20T09:58:17.707" v="948" actId="20577"/>
          <ac:spMkLst>
            <pc:docMk/>
            <pc:sldMk cId="2379421363" sldId="272"/>
            <ac:spMk id="3" creationId="{42A9AEA6-B5A2-58C7-0A31-62526337140C}"/>
          </ac:spMkLst>
        </pc:spChg>
      </pc:sldChg>
      <pc:sldChg chg="addSp delSp modSp new mod">
        <pc:chgData name="NavyaThara Ramesh" userId="8e1179b203cd3529" providerId="LiveId" clId="{22F7DC27-E761-4BDC-B343-28401579FC6A}" dt="2026-07-02T06:49:01.070" v="1273" actId="1076"/>
        <pc:sldMkLst>
          <pc:docMk/>
          <pc:sldMk cId="683580117" sldId="273"/>
        </pc:sldMkLst>
        <pc:spChg chg="mod">
          <ac:chgData name="NavyaThara Ramesh" userId="8e1179b203cd3529" providerId="LiveId" clId="{22F7DC27-E761-4BDC-B343-28401579FC6A}" dt="2026-07-02T06:15:31.568" v="1210" actId="14100"/>
          <ac:spMkLst>
            <pc:docMk/>
            <pc:sldMk cId="683580117" sldId="273"/>
            <ac:spMk id="2" creationId="{54519FA9-5ECE-1040-761D-FECD32274880}"/>
          </ac:spMkLst>
        </pc:spChg>
        <pc:spChg chg="mod">
          <ac:chgData name="NavyaThara Ramesh" userId="8e1179b203cd3529" providerId="LiveId" clId="{22F7DC27-E761-4BDC-B343-28401579FC6A}" dt="2026-07-02T06:17:09.816" v="1224" actId="255"/>
          <ac:spMkLst>
            <pc:docMk/>
            <pc:sldMk cId="683580117" sldId="273"/>
            <ac:spMk id="3" creationId="{F04125D4-5076-B1FF-5829-BB0D5BEDFF65}"/>
          </ac:spMkLst>
        </pc:spChg>
        <pc:picChg chg="add mod">
          <ac:chgData name="NavyaThara Ramesh" userId="8e1179b203cd3529" providerId="LiveId" clId="{22F7DC27-E761-4BDC-B343-28401579FC6A}" dt="2026-07-02T06:49:01.070" v="1273" actId="1076"/>
          <ac:picMkLst>
            <pc:docMk/>
            <pc:sldMk cId="683580117" sldId="273"/>
            <ac:picMk id="7" creationId="{F1838975-2171-09B5-BE88-BD4A8C8901B7}"/>
          </ac:picMkLst>
        </pc:picChg>
        <pc:picChg chg="add mod">
          <ac:chgData name="NavyaThara Ramesh" userId="8e1179b203cd3529" providerId="LiveId" clId="{22F7DC27-E761-4BDC-B343-28401579FC6A}" dt="2026-07-02T06:48:59.110" v="1272" actId="14100"/>
          <ac:picMkLst>
            <pc:docMk/>
            <pc:sldMk cId="683580117" sldId="273"/>
            <ac:picMk id="9" creationId="{3F77B115-2C00-E175-2259-169AAB6D1D63}"/>
          </ac:picMkLst>
        </pc:picChg>
      </pc:sldChg>
      <pc:sldChg chg="addSp modSp new mod">
        <pc:chgData name="NavyaThara Ramesh" userId="8e1179b203cd3529" providerId="LiveId" clId="{22F7DC27-E761-4BDC-B343-28401579FC6A}" dt="2026-07-02T07:00:25.467" v="1290" actId="1076"/>
        <pc:sldMkLst>
          <pc:docMk/>
          <pc:sldMk cId="3161365533" sldId="274"/>
        </pc:sldMkLst>
        <pc:spChg chg="mod">
          <ac:chgData name="NavyaThara Ramesh" userId="8e1179b203cd3529" providerId="LiveId" clId="{22F7DC27-E761-4BDC-B343-28401579FC6A}" dt="2026-07-02T06:15:50.059" v="1213"/>
          <ac:spMkLst>
            <pc:docMk/>
            <pc:sldMk cId="3161365533" sldId="274"/>
            <ac:spMk id="2" creationId="{58062602-65B4-38D8-5107-2D89EA070144}"/>
          </ac:spMkLst>
        </pc:spChg>
        <pc:spChg chg="mod">
          <ac:chgData name="NavyaThara Ramesh" userId="8e1179b203cd3529" providerId="LiveId" clId="{22F7DC27-E761-4BDC-B343-28401579FC6A}" dt="2026-07-02T06:17:31.104" v="1227"/>
          <ac:spMkLst>
            <pc:docMk/>
            <pc:sldMk cId="3161365533" sldId="274"/>
            <ac:spMk id="3" creationId="{87CC8F56-619C-7226-98EE-A597E3D6EAB9}"/>
          </ac:spMkLst>
        </pc:spChg>
        <pc:picChg chg="add mod">
          <ac:chgData name="NavyaThara Ramesh" userId="8e1179b203cd3529" providerId="LiveId" clId="{22F7DC27-E761-4BDC-B343-28401579FC6A}" dt="2026-07-02T06:59:04.289" v="1283" actId="1076"/>
          <ac:picMkLst>
            <pc:docMk/>
            <pc:sldMk cId="3161365533" sldId="274"/>
            <ac:picMk id="5" creationId="{EDDAD278-83D0-8193-28A0-8C08BD0C2D3F}"/>
          </ac:picMkLst>
        </pc:picChg>
        <pc:picChg chg="add mod">
          <ac:chgData name="NavyaThara Ramesh" userId="8e1179b203cd3529" providerId="LiveId" clId="{22F7DC27-E761-4BDC-B343-28401579FC6A}" dt="2026-07-02T07:00:25.467" v="1290" actId="1076"/>
          <ac:picMkLst>
            <pc:docMk/>
            <pc:sldMk cId="3161365533" sldId="274"/>
            <ac:picMk id="7" creationId="{CDB7ED42-9DC9-19EB-5039-65E1DBAD9325}"/>
          </ac:picMkLst>
        </pc:picChg>
      </pc:sldChg>
      <pc:sldChg chg="addSp delSp modSp new mod ord">
        <pc:chgData name="NavyaThara Ramesh" userId="8e1179b203cd3529" providerId="LiveId" clId="{22F7DC27-E761-4BDC-B343-28401579FC6A}" dt="2026-07-04T06:56:01.475" v="1445" actId="1076"/>
        <pc:sldMkLst>
          <pc:docMk/>
          <pc:sldMk cId="3411650511" sldId="275"/>
        </pc:sldMkLst>
        <pc:spChg chg="mod">
          <ac:chgData name="NavyaThara Ramesh" userId="8e1179b203cd3529" providerId="LiveId" clId="{22F7DC27-E761-4BDC-B343-28401579FC6A}" dt="2026-07-02T07:08:35.032" v="1318" actId="14100"/>
          <ac:spMkLst>
            <pc:docMk/>
            <pc:sldMk cId="3411650511" sldId="275"/>
            <ac:spMk id="2" creationId="{A359915F-7377-F9F1-A8C1-A988293B9195}"/>
          </ac:spMkLst>
        </pc:spChg>
        <pc:spChg chg="mod">
          <ac:chgData name="NavyaThara Ramesh" userId="8e1179b203cd3529" providerId="LiveId" clId="{22F7DC27-E761-4BDC-B343-28401579FC6A}" dt="2026-07-02T07:15:33.668" v="1320" actId="14100"/>
          <ac:spMkLst>
            <pc:docMk/>
            <pc:sldMk cId="3411650511" sldId="275"/>
            <ac:spMk id="3" creationId="{2948ACA3-5776-51E4-22B9-1C6179109122}"/>
          </ac:spMkLst>
        </pc:spChg>
        <pc:picChg chg="add mod">
          <ac:chgData name="NavyaThara Ramesh" userId="8e1179b203cd3529" providerId="LiveId" clId="{22F7DC27-E761-4BDC-B343-28401579FC6A}" dt="2026-07-04T06:56:01.475" v="1445" actId="1076"/>
          <ac:picMkLst>
            <pc:docMk/>
            <pc:sldMk cId="3411650511" sldId="275"/>
            <ac:picMk id="4" creationId="{3B0267B5-F380-AC44-89AF-C971A29E9090}"/>
          </ac:picMkLst>
        </pc:picChg>
        <pc:picChg chg="add del mod">
          <ac:chgData name="NavyaThara Ramesh" userId="8e1179b203cd3529" providerId="LiveId" clId="{22F7DC27-E761-4BDC-B343-28401579FC6A}" dt="2026-07-04T06:53:54.576" v="1428" actId="21"/>
          <ac:picMkLst>
            <pc:docMk/>
            <pc:sldMk cId="3411650511" sldId="275"/>
            <ac:picMk id="5" creationId="{51047702-B28D-7330-297E-6B5652A4E127}"/>
          </ac:picMkLst>
        </pc:picChg>
        <pc:picChg chg="add mod">
          <ac:chgData name="NavyaThara Ramesh" userId="8e1179b203cd3529" providerId="LiveId" clId="{22F7DC27-E761-4BDC-B343-28401579FC6A}" dt="2026-07-04T06:55:17.987" v="1441"/>
          <ac:picMkLst>
            <pc:docMk/>
            <pc:sldMk cId="3411650511" sldId="275"/>
            <ac:picMk id="6" creationId="{EB2E22A5-F07C-BD8D-0A64-A90C83D84A3B}"/>
          </ac:picMkLst>
        </pc:picChg>
        <pc:picChg chg="add del mod">
          <ac:chgData name="NavyaThara Ramesh" userId="8e1179b203cd3529" providerId="LiveId" clId="{22F7DC27-E761-4BDC-B343-28401579FC6A}" dt="2026-07-04T06:55:20.855" v="1442" actId="21"/>
          <ac:picMkLst>
            <pc:docMk/>
            <pc:sldMk cId="3411650511" sldId="275"/>
            <ac:picMk id="7" creationId="{C728D459-E8B1-C2E1-8E38-F0EA1F43300B}"/>
          </ac:picMkLst>
        </pc:picChg>
      </pc:sldChg>
      <pc:sldChg chg="modSp new mod">
        <pc:chgData name="NavyaThara Ramesh" userId="8e1179b203cd3529" providerId="LiveId" clId="{22F7DC27-E761-4BDC-B343-28401579FC6A}" dt="2026-07-02T07:33:13.446" v="1390" actId="12"/>
        <pc:sldMkLst>
          <pc:docMk/>
          <pc:sldMk cId="4085272769" sldId="276"/>
        </pc:sldMkLst>
        <pc:spChg chg="mod">
          <ac:chgData name="NavyaThara Ramesh" userId="8e1179b203cd3529" providerId="LiveId" clId="{22F7DC27-E761-4BDC-B343-28401579FC6A}" dt="2026-07-02T07:30:13.918" v="1359" actId="14100"/>
          <ac:spMkLst>
            <pc:docMk/>
            <pc:sldMk cId="4085272769" sldId="276"/>
            <ac:spMk id="2" creationId="{AF295FEC-A8C4-52E2-C73E-3D5CA04505CA}"/>
          </ac:spMkLst>
        </pc:spChg>
        <pc:spChg chg="mod">
          <ac:chgData name="NavyaThara Ramesh" userId="8e1179b203cd3529" providerId="LiveId" clId="{22F7DC27-E761-4BDC-B343-28401579FC6A}" dt="2026-07-02T07:33:13.446" v="1390" actId="12"/>
          <ac:spMkLst>
            <pc:docMk/>
            <pc:sldMk cId="4085272769" sldId="276"/>
            <ac:spMk id="3" creationId="{7747A2CB-EF7F-22F1-27F1-C4B1FB2D4D94}"/>
          </ac:spMkLst>
        </pc:spChg>
      </pc:sldChg>
      <pc:sldChg chg="modSp new mod">
        <pc:chgData name="NavyaThara Ramesh" userId="8e1179b203cd3529" providerId="LiveId" clId="{22F7DC27-E761-4BDC-B343-28401579FC6A}" dt="2026-07-02T07:36:25.581" v="1426" actId="20577"/>
        <pc:sldMkLst>
          <pc:docMk/>
          <pc:sldMk cId="2508628692" sldId="277"/>
        </pc:sldMkLst>
        <pc:spChg chg="mod">
          <ac:chgData name="NavyaThara Ramesh" userId="8e1179b203cd3529" providerId="LiveId" clId="{22F7DC27-E761-4BDC-B343-28401579FC6A}" dt="2026-07-02T07:36:25.581" v="1426" actId="20577"/>
          <ac:spMkLst>
            <pc:docMk/>
            <pc:sldMk cId="2508628692" sldId="277"/>
            <ac:spMk id="2" creationId="{1633D5C9-40A0-D685-8502-B5063F5BAC09}"/>
          </ac:spMkLst>
        </pc:spChg>
        <pc:spChg chg="mod">
          <ac:chgData name="NavyaThara Ramesh" userId="8e1179b203cd3529" providerId="LiveId" clId="{22F7DC27-E761-4BDC-B343-28401579FC6A}" dt="2026-07-02T07:35:57.174" v="1406" actId="113"/>
          <ac:spMkLst>
            <pc:docMk/>
            <pc:sldMk cId="2508628692" sldId="277"/>
            <ac:spMk id="3" creationId="{0A83BDD2-476B-A128-4A7C-8A881EA6A73C}"/>
          </ac:spMkLst>
        </pc:spChg>
      </pc:sldChg>
      <pc:sldChg chg="modSp new mod">
        <pc:chgData name="NavyaThara Ramesh" userId="8e1179b203cd3529" providerId="LiveId" clId="{22F7DC27-E761-4BDC-B343-28401579FC6A}" dt="2026-07-04T07:02:33.205" v="1484" actId="20577"/>
        <pc:sldMkLst>
          <pc:docMk/>
          <pc:sldMk cId="1471453527" sldId="278"/>
        </pc:sldMkLst>
        <pc:spChg chg="mod">
          <ac:chgData name="NavyaThara Ramesh" userId="8e1179b203cd3529" providerId="LiveId" clId="{22F7DC27-E761-4BDC-B343-28401579FC6A}" dt="2026-07-04T06:57:03.365" v="1463" actId="20577"/>
          <ac:spMkLst>
            <pc:docMk/>
            <pc:sldMk cId="1471453527" sldId="278"/>
            <ac:spMk id="2" creationId="{59E4CBAD-1E07-1EB9-9144-56315FAA21FB}"/>
          </ac:spMkLst>
        </pc:spChg>
        <pc:spChg chg="mod">
          <ac:chgData name="NavyaThara Ramesh" userId="8e1179b203cd3529" providerId="LiveId" clId="{22F7DC27-E761-4BDC-B343-28401579FC6A}" dt="2026-07-04T07:02:33.205" v="1484" actId="20577"/>
          <ac:spMkLst>
            <pc:docMk/>
            <pc:sldMk cId="1471453527" sldId="278"/>
            <ac:spMk id="3" creationId="{1291516E-84C4-4B91-ABE2-537B234DE13A}"/>
          </ac:spMkLst>
        </pc:spChg>
      </pc:sldChg>
      <pc:sldMasterChg chg="delSldLayout">
        <pc:chgData name="NavyaThara Ramesh" userId="8e1179b203cd3529" providerId="LiveId" clId="{22F7DC27-E761-4BDC-B343-28401579FC6A}" dt="2026-06-20T09:39:05.538" v="932" actId="2696"/>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81951"/>
            <a:ext cx="12190815" cy="6694098"/>
          </a:xfrm>
          <a:prstGeom prst="rect">
            <a:avLst/>
          </a:prstGeom>
          <a:noFill/>
          <a:ln>
            <a:noFill/>
          </a:ln>
        </p:spPr>
      </p:pic>
      <p:sp>
        <p:nvSpPr>
          <p:cNvPr id="99" name="Google Shape;99;p1"/>
          <p:cNvSpPr txBox="1"/>
          <p:nvPr/>
        </p:nvSpPr>
        <p:spPr>
          <a:xfrm>
            <a:off x="3157463" y="3768228"/>
            <a:ext cx="6057941" cy="646290"/>
          </a:xfrm>
          <a:prstGeom prst="rect">
            <a:avLst/>
          </a:prstGeom>
          <a:solidFill>
            <a:schemeClr val="accent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200" b="1" dirty="0">
                <a:solidFill>
                  <a:schemeClr val="dk1"/>
                </a:solidFill>
                <a:latin typeface="Calibri"/>
                <a:ea typeface="Calibri"/>
                <a:cs typeface="Calibri"/>
                <a:sym typeface="Calibri"/>
              </a:rPr>
              <a:t>Worldwide</a:t>
            </a:r>
            <a:r>
              <a:rPr lang="en-IN" sz="3200" dirty="0">
                <a:solidFill>
                  <a:schemeClr val="dk1"/>
                </a:solidFill>
                <a:latin typeface="Calibri"/>
                <a:ea typeface="Calibri"/>
                <a:cs typeface="Calibri"/>
                <a:sym typeface="Calibri"/>
              </a:rPr>
              <a:t> </a:t>
            </a:r>
            <a:r>
              <a:rPr lang="en-IN" sz="3200" b="1" dirty="0">
                <a:solidFill>
                  <a:schemeClr val="dk1"/>
                </a:solidFill>
                <a:latin typeface="Calibri"/>
                <a:ea typeface="Calibri"/>
                <a:cs typeface="Calibri"/>
                <a:sym typeface="Calibri"/>
              </a:rPr>
              <a:t>Energy</a:t>
            </a:r>
            <a:r>
              <a:rPr lang="en-IN" sz="3200" dirty="0">
                <a:solidFill>
                  <a:schemeClr val="dk1"/>
                </a:solidFill>
                <a:latin typeface="Calibri"/>
                <a:ea typeface="Calibri"/>
                <a:cs typeface="Calibri"/>
                <a:sym typeface="Calibri"/>
              </a:rPr>
              <a:t> </a:t>
            </a:r>
            <a:r>
              <a:rPr lang="en-IN" sz="3600" b="1" dirty="0">
                <a:solidFill>
                  <a:schemeClr val="dk1"/>
                </a:solidFill>
                <a:latin typeface="Calibri"/>
                <a:ea typeface="Calibri"/>
                <a:cs typeface="Calibri"/>
                <a:sym typeface="Calibri"/>
              </a:rPr>
              <a:t>Consumption</a:t>
            </a:r>
            <a:r>
              <a:rPr lang="en-IN" sz="3200" dirty="0">
                <a:solidFill>
                  <a:schemeClr val="dk1"/>
                </a:solidFill>
                <a:latin typeface="Calibri"/>
                <a:ea typeface="Calibri"/>
                <a:cs typeface="Calibri"/>
                <a:sym typeface="Calibri"/>
              </a:rPr>
              <a:t> </a:t>
            </a:r>
            <a:endParaRPr sz="32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99770540-ECED-9AFD-B3EF-A11C418F4864}"/>
              </a:ext>
            </a:extLst>
          </p:cNvPr>
          <p:cNvSpPr txBox="1"/>
          <p:nvPr/>
        </p:nvSpPr>
        <p:spPr>
          <a:xfrm>
            <a:off x="8088923" y="5272118"/>
            <a:ext cx="3617407" cy="646331"/>
          </a:xfrm>
          <a:prstGeom prst="rect">
            <a:avLst/>
          </a:prstGeom>
          <a:noFill/>
        </p:spPr>
        <p:txBody>
          <a:bodyPr wrap="square" rtlCol="0">
            <a:spAutoFit/>
          </a:bodyPr>
          <a:lstStyle/>
          <a:p>
            <a:r>
              <a:rPr lang="en-IN" sz="1800" b="1" dirty="0" err="1"/>
              <a:t>Machakanti</a:t>
            </a:r>
            <a:r>
              <a:rPr lang="en-IN" sz="1800" b="1" dirty="0"/>
              <a:t> NavyaThara </a:t>
            </a:r>
          </a:p>
          <a:p>
            <a:r>
              <a:rPr lang="en-IN" sz="1800" b="1" dirty="0"/>
              <a:t>Batch no : 514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6" y="1234397"/>
            <a:ext cx="11533292" cy="4893607"/>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Background? (B-tech or M-tech): </a:t>
            </a:r>
            <a:r>
              <a:rPr lang="en-IN" sz="2400" dirty="0">
                <a:solidFill>
                  <a:schemeClr val="dk1"/>
                </a:solidFill>
                <a:latin typeface="Calibri"/>
                <a:ea typeface="Calibri"/>
                <a:cs typeface="Calibri"/>
                <a:sym typeface="Calibri"/>
              </a:rPr>
              <a:t>B-tech</a:t>
            </a:r>
            <a:endParaRPr sz="2400"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Why you want to learn Data Analytics</a:t>
            </a:r>
          </a:p>
          <a:p>
            <a:pPr lvl="0" algn="just">
              <a:buClr>
                <a:schemeClr val="dk1"/>
              </a:buClr>
              <a:buSzPts val="2400"/>
            </a:pPr>
            <a:r>
              <a:rPr lang="en-IN" sz="2400" b="1" dirty="0">
                <a:solidFill>
                  <a:schemeClr val="dk1"/>
                </a:solidFill>
                <a:latin typeface="Calibri"/>
                <a:ea typeface="Calibri"/>
                <a:cs typeface="Calibri"/>
                <a:sym typeface="Calibri"/>
              </a:rPr>
              <a:t>     </a:t>
            </a:r>
            <a:r>
              <a:rPr lang="en-IN" sz="2400" dirty="0">
                <a:latin typeface="Calibri" panose="020F0502020204030204" pitchFamily="34" charset="0"/>
                <a:ea typeface="Calibri" panose="020F0502020204030204" pitchFamily="34" charset="0"/>
                <a:cs typeface="Calibri" panose="020F0502020204030204" pitchFamily="34" charset="0"/>
              </a:rPr>
              <a:t>I enjoy working with data and finding patterns that help solve problems. Data analytics</a:t>
            </a:r>
          </a:p>
          <a:p>
            <a:pPr lvl="0" algn="just">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combines logical thinking, technology, and business understanding, which makes it an</a:t>
            </a:r>
          </a:p>
          <a:p>
            <a:pPr lvl="0" algn="just">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interesting career for me. I like turning raw data into meaningful insights that can</a:t>
            </a:r>
          </a:p>
          <a:p>
            <a:pPr lvl="0" algn="just">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support better decision-making.</a:t>
            </a: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Any work experience</a:t>
            </a:r>
          </a:p>
          <a:p>
            <a:pPr>
              <a:buClr>
                <a:schemeClr val="dk1"/>
              </a:buClr>
              <a:buSzPts val="2400"/>
            </a:pPr>
            <a:r>
              <a:rPr lang="en-IN" sz="2400" b="1" dirty="0">
                <a:solidFill>
                  <a:schemeClr val="dk1"/>
                </a:solidFill>
                <a:latin typeface="Calibri"/>
                <a:ea typeface="Calibri"/>
                <a:cs typeface="Calibri"/>
                <a:sym typeface="Calibri"/>
              </a:rPr>
              <a:t>     </a:t>
            </a:r>
            <a:r>
              <a:rPr lang="en-IN" sz="2400" dirty="0">
                <a:latin typeface="Calibri" panose="020F0502020204030204" pitchFamily="34" charset="0"/>
                <a:ea typeface="Calibri" panose="020F0502020204030204" pitchFamily="34" charset="0"/>
                <a:cs typeface="Calibri" panose="020F0502020204030204" pitchFamily="34" charset="0"/>
              </a:rPr>
              <a:t>After graduating in 2024, I worked in a non-IT role while continuously building my skills</a:t>
            </a:r>
          </a:p>
          <a:p>
            <a:pPr>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in Python, SQL, Excel, and Power BI. This experience strengthened my communication</a:t>
            </a:r>
          </a:p>
          <a:p>
            <a:pPr>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and problem-solving abilities and reinforced my goal of pursuing a career in Data</a:t>
            </a:r>
          </a:p>
          <a:p>
            <a:pPr>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Analytics.</a:t>
            </a: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323850" algn="l" rtl="0">
              <a:lnSpc>
                <a:spcPct val="100000"/>
              </a:lnSpc>
              <a:spcBef>
                <a:spcPts val="0"/>
              </a:spcBef>
              <a:spcAft>
                <a:spcPts val="0"/>
              </a:spcAft>
              <a:buClr>
                <a:schemeClr val="dk1"/>
              </a:buClr>
              <a:buSzPts val="2400"/>
              <a:buFont typeface="Calibri"/>
              <a:buChar char="•"/>
            </a:pPr>
            <a:r>
              <a:rPr lang="en-IN" sz="2400" b="1" i="0" u="none" strike="noStrike" cap="none" dirty="0">
                <a:solidFill>
                  <a:schemeClr val="dk1"/>
                </a:solidFill>
                <a:latin typeface="Calibri"/>
                <a:ea typeface="Calibri"/>
                <a:cs typeface="Calibri"/>
                <a:sym typeface="Calibri"/>
              </a:rPr>
              <a:t>Share your </a:t>
            </a:r>
            <a:r>
              <a:rPr lang="en-IN" sz="2400" b="1" dirty="0">
                <a:solidFill>
                  <a:schemeClr val="dk1"/>
                </a:solidFill>
                <a:latin typeface="Calibri"/>
                <a:ea typeface="Calibri"/>
                <a:cs typeface="Calibri"/>
                <a:sym typeface="Calibri"/>
              </a:rPr>
              <a:t>LinkedIn</a:t>
            </a:r>
            <a:r>
              <a:rPr lang="en-IN" sz="2400" b="1" i="0" u="none" strike="noStrike" cap="none" dirty="0">
                <a:solidFill>
                  <a:schemeClr val="dk1"/>
                </a:solidFill>
                <a:latin typeface="Calibri"/>
                <a:ea typeface="Calibri"/>
                <a:cs typeface="Calibri"/>
                <a:sym typeface="Calibri"/>
              </a:rPr>
              <a:t> profile </a:t>
            </a:r>
            <a:r>
              <a:rPr lang="en-IN" sz="2400" b="1" dirty="0">
                <a:solidFill>
                  <a:schemeClr val="dk1"/>
                </a:solidFill>
                <a:latin typeface="Calibri"/>
                <a:ea typeface="Calibri"/>
                <a:cs typeface="Calibri"/>
                <a:sym typeface="Calibri"/>
              </a:rPr>
              <a:t>URL</a:t>
            </a:r>
          </a:p>
          <a:p>
            <a:pPr lvl="0">
              <a:buClr>
                <a:schemeClr val="dk1"/>
              </a:buClr>
              <a:buSzPts val="2400"/>
            </a:pPr>
            <a:r>
              <a:rPr lang="en-IN" sz="2400" b="1" i="0" u="none" strike="noStrike" cap="none" dirty="0">
                <a:solidFill>
                  <a:schemeClr val="dk1"/>
                </a:solidFill>
                <a:latin typeface="Calibri"/>
                <a:ea typeface="Calibri"/>
                <a:cs typeface="Calibri"/>
                <a:sym typeface="Calibri"/>
              </a:rPr>
              <a:t>    </a:t>
            </a:r>
            <a:r>
              <a:rPr lang="en-IN" sz="2400" dirty="0">
                <a:latin typeface="Calibri" panose="020F0502020204030204" pitchFamily="34" charset="0"/>
                <a:ea typeface="Calibri" panose="020F0502020204030204" pitchFamily="34" charset="0"/>
                <a:cs typeface="Calibri" panose="020F0502020204030204" pitchFamily="34" charset="0"/>
              </a:rPr>
              <a:t>www.linkedin.com/in/navyathara-machakanti-713580249</a:t>
            </a: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 name="Google Shape;105;p3"/>
          <p:cNvSpPr txBox="1"/>
          <p:nvPr/>
        </p:nvSpPr>
        <p:spPr>
          <a:xfrm>
            <a:off x="823965" y="416554"/>
            <a:ext cx="10671349" cy="633979"/>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400" b="1" i="0" u="none" strike="noStrike" cap="none" dirty="0">
                <a:solidFill>
                  <a:srgbClr val="C00000"/>
                </a:solidFill>
                <a:latin typeface="Calibri" panose="020F0502020204030204" pitchFamily="34" charset="0"/>
                <a:ea typeface="Calibri" panose="020F0502020204030204" pitchFamily="34" charset="0"/>
                <a:cs typeface="Calibri" panose="020F0502020204030204" pitchFamily="34" charset="0"/>
                <a:sym typeface="Lato Black"/>
              </a:rPr>
              <a:t>About me</a:t>
            </a:r>
            <a:endParaRPr sz="4400" b="1" i="0" u="none" strike="noStrike" cap="none" dirty="0">
              <a:solidFill>
                <a:srgbClr val="C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279512"/>
            <a:ext cx="11302804" cy="10468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C00000"/>
                </a:solidFill>
              </a:rPr>
              <a:t>    Agenda  </a:t>
            </a:r>
            <a:endParaRPr b="1" dirty="0">
              <a:solidFill>
                <a:srgbClr val="C00000"/>
              </a:solidFill>
            </a:endParaRPr>
          </a:p>
        </p:txBody>
      </p:sp>
      <p:sp>
        <p:nvSpPr>
          <p:cNvPr id="111" name="Google Shape;111;p4"/>
          <p:cNvSpPr txBox="1">
            <a:spLocks noGrp="1"/>
          </p:cNvSpPr>
          <p:nvPr>
            <p:ph type="body" idx="1"/>
          </p:nvPr>
        </p:nvSpPr>
        <p:spPr>
          <a:xfrm>
            <a:off x="684880" y="1326382"/>
            <a:ext cx="10515600" cy="4943985"/>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Business Problem</a:t>
            </a:r>
            <a:endParaRPr sz="2400" dirty="0"/>
          </a:p>
          <a:p>
            <a:pPr lvl="0" indent="-431800">
              <a:buSzPts val="2400"/>
            </a:pPr>
            <a:r>
              <a:rPr lang="en-IN" sz="2400" b="1" dirty="0"/>
              <a:t>Business Problem Statement </a:t>
            </a:r>
          </a:p>
          <a:p>
            <a:pPr lvl="0" indent="-431800">
              <a:buSzPts val="2400"/>
            </a:pPr>
            <a:r>
              <a:rPr lang="en-IN" sz="2400" b="1" dirty="0"/>
              <a:t>Introduction</a:t>
            </a:r>
            <a:endParaRPr sz="2400" dirty="0"/>
          </a:p>
          <a:p>
            <a:pPr marL="457200" lvl="0" indent="-431800" algn="l" rtl="0">
              <a:lnSpc>
                <a:spcPct val="90000"/>
              </a:lnSpc>
              <a:spcBef>
                <a:spcPts val="1000"/>
              </a:spcBef>
              <a:spcAft>
                <a:spcPts val="0"/>
              </a:spcAft>
              <a:buSzPts val="2400"/>
              <a:buChar char="•"/>
            </a:pPr>
            <a:r>
              <a:rPr lang="en-IN" sz="2400" b="1" dirty="0"/>
              <a:t>ER Diagram</a:t>
            </a:r>
            <a:endParaRPr sz="2400" dirty="0"/>
          </a:p>
          <a:p>
            <a:pPr marL="457200" lvl="0" indent="-431800" algn="l" rtl="0">
              <a:lnSpc>
                <a:spcPct val="90000"/>
              </a:lnSpc>
              <a:spcBef>
                <a:spcPts val="1000"/>
              </a:spcBef>
              <a:spcAft>
                <a:spcPts val="0"/>
              </a:spcAft>
              <a:buSzPts val="2400"/>
              <a:buChar char="•"/>
            </a:pPr>
            <a:r>
              <a:rPr lang="en-IN" sz="2400" b="1" dirty="0"/>
              <a:t>Analysis Queries</a:t>
            </a:r>
          </a:p>
          <a:p>
            <a:pPr marL="457200" lvl="0" indent="-431800" algn="l" rtl="0">
              <a:lnSpc>
                <a:spcPct val="90000"/>
              </a:lnSpc>
              <a:spcBef>
                <a:spcPts val="1000"/>
              </a:spcBef>
              <a:spcAft>
                <a:spcPts val="0"/>
              </a:spcAft>
              <a:buSzPts val="2400"/>
              <a:buChar char="•"/>
            </a:pPr>
            <a:r>
              <a:rPr lang="en-IN" sz="2400" b="1" dirty="0"/>
              <a:t>Insights</a:t>
            </a:r>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CB3C-250F-282F-68CE-CF8569B8D597}"/>
              </a:ext>
            </a:extLst>
          </p:cNvPr>
          <p:cNvSpPr>
            <a:spLocks noGrp="1"/>
          </p:cNvSpPr>
          <p:nvPr>
            <p:ph type="title"/>
          </p:nvPr>
        </p:nvSpPr>
        <p:spPr>
          <a:xfrm>
            <a:off x="838200" y="365125"/>
            <a:ext cx="10515600" cy="951209"/>
          </a:xfrm>
        </p:spPr>
        <p:txBody>
          <a:bodyPr/>
          <a:lstStyle/>
          <a:p>
            <a:r>
              <a:rPr lang="en-IN" b="1" dirty="0">
                <a:solidFill>
                  <a:srgbClr val="C00000"/>
                </a:solidFill>
              </a:rPr>
              <a:t>Business Problem</a:t>
            </a:r>
          </a:p>
        </p:txBody>
      </p:sp>
      <p:sp>
        <p:nvSpPr>
          <p:cNvPr id="3" name="Text Placeholder 2">
            <a:extLst>
              <a:ext uri="{FF2B5EF4-FFF2-40B4-BE49-F238E27FC236}">
                <a16:creationId xmlns:a16="http://schemas.microsoft.com/office/drawing/2014/main" id="{9BA36BFE-52B4-5F19-69E3-10C054A49DD4}"/>
              </a:ext>
            </a:extLst>
          </p:cNvPr>
          <p:cNvSpPr>
            <a:spLocks noGrp="1"/>
          </p:cNvSpPr>
          <p:nvPr>
            <p:ph type="body" idx="1"/>
          </p:nvPr>
        </p:nvSpPr>
        <p:spPr>
          <a:xfrm>
            <a:off x="838200" y="1587640"/>
            <a:ext cx="10515600" cy="4589323"/>
          </a:xfrm>
        </p:spPr>
        <p:txBody>
          <a:bodyPr>
            <a:normAutofit/>
          </a:bodyPr>
          <a:lstStyle/>
          <a:p>
            <a:pPr marL="114300" indent="0" algn="just">
              <a:buNone/>
            </a:pPr>
            <a:r>
              <a:rPr lang="en-IN" sz="2400" dirty="0"/>
              <a:t>With increasing industrialization, economic growth, and population expansion, global energy demand has risen significantly, leading to higher carbon emissions and environmental concerns. </a:t>
            </a:r>
          </a:p>
          <a:p>
            <a:pPr marL="114300" indent="0" algn="just">
              <a:buNone/>
            </a:pPr>
            <a:r>
              <a:rPr lang="en-IN" sz="2400" dirty="0"/>
              <a:t>Countries differ in their energy production, consumption, GDP, and population patterns, making it challenging to understand their impact on emissions and energy efficiency. </a:t>
            </a:r>
          </a:p>
          <a:p>
            <a:pPr marL="114300" indent="0" algn="just">
              <a:buNone/>
            </a:pPr>
            <a:r>
              <a:rPr lang="en-IN" sz="2400" dirty="0"/>
              <a:t>Therefore, there is a need to analyse global energy, GDP, population, and emission data to identify trends, compare countries, and generate insights that support sustainable energy management and environmentally responsible decision-making.</a:t>
            </a:r>
          </a:p>
          <a:p>
            <a:pPr algn="just"/>
            <a:endParaRPr lang="en-IN" sz="2400" dirty="0"/>
          </a:p>
        </p:txBody>
      </p:sp>
    </p:spTree>
    <p:extLst>
      <p:ext uri="{BB962C8B-B14F-4D97-AF65-F5344CB8AC3E}">
        <p14:creationId xmlns:p14="http://schemas.microsoft.com/office/powerpoint/2010/main" val="136831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D187-72B4-DDEA-F877-648206722203}"/>
              </a:ext>
            </a:extLst>
          </p:cNvPr>
          <p:cNvSpPr>
            <a:spLocks noGrp="1"/>
          </p:cNvSpPr>
          <p:nvPr>
            <p:ph type="title"/>
          </p:nvPr>
        </p:nvSpPr>
        <p:spPr>
          <a:xfrm>
            <a:off x="838200" y="220505"/>
            <a:ext cx="10515600" cy="921064"/>
          </a:xfrm>
        </p:spPr>
        <p:txBody>
          <a:bodyPr>
            <a:normAutofit/>
          </a:bodyPr>
          <a:lstStyle/>
          <a:p>
            <a:r>
              <a:rPr lang="en-IN" b="1" dirty="0">
                <a:solidFill>
                  <a:srgbClr val="C00000"/>
                </a:solidFill>
              </a:rPr>
              <a:t>Business Problem Statement</a:t>
            </a:r>
            <a:endParaRPr lang="en-IN" dirty="0">
              <a:solidFill>
                <a:srgbClr val="C00000"/>
              </a:solidFill>
            </a:endParaRPr>
          </a:p>
        </p:txBody>
      </p:sp>
      <p:sp>
        <p:nvSpPr>
          <p:cNvPr id="3" name="Text Placeholder 2">
            <a:extLst>
              <a:ext uri="{FF2B5EF4-FFF2-40B4-BE49-F238E27FC236}">
                <a16:creationId xmlns:a16="http://schemas.microsoft.com/office/drawing/2014/main" id="{3BB4D01E-82B6-E860-49AD-F9AA219C48AE}"/>
              </a:ext>
            </a:extLst>
          </p:cNvPr>
          <p:cNvSpPr>
            <a:spLocks noGrp="1"/>
          </p:cNvSpPr>
          <p:nvPr>
            <p:ph type="body" idx="1"/>
          </p:nvPr>
        </p:nvSpPr>
        <p:spPr>
          <a:xfrm>
            <a:off x="838200" y="1141569"/>
            <a:ext cx="10515600" cy="4867345"/>
          </a:xfrm>
        </p:spPr>
        <p:txBody>
          <a:bodyPr>
            <a:noAutofit/>
          </a:bodyPr>
          <a:lstStyle/>
          <a:p>
            <a:pPr marL="114300" indent="0" algn="just">
              <a:buNone/>
            </a:pPr>
            <a:r>
              <a:rPr lang="en-IN" sz="2400" dirty="0"/>
              <a:t>With increasing energy demand and carbon emissions, there is a need to understand the relationship between energy production, consumption, GDP, population, and emissions. Using </a:t>
            </a:r>
            <a:r>
              <a:rPr lang="en-IN" sz="2400" b="1" dirty="0"/>
              <a:t>MySQL</a:t>
            </a:r>
            <a:r>
              <a:rPr lang="en-IN" sz="2400" dirty="0"/>
              <a:t>, this project analyses global energy data to identify trends, compare countries, and evaluate energy efficiency for sustainable decision-making.</a:t>
            </a:r>
          </a:p>
          <a:p>
            <a:pPr marL="114300" indent="0" algn="just">
              <a:buNone/>
            </a:pPr>
            <a:endParaRPr lang="en-IN" sz="2400" dirty="0"/>
          </a:p>
          <a:p>
            <a:pPr marL="114300" indent="0">
              <a:buNone/>
            </a:pPr>
            <a:r>
              <a:rPr lang="en-IN" sz="2400" b="1" dirty="0"/>
              <a:t>SQL Techniques Used:</a:t>
            </a:r>
          </a:p>
          <a:p>
            <a:r>
              <a:rPr lang="en-IN" sz="2400" b="1" dirty="0"/>
              <a:t>Joins:</a:t>
            </a:r>
            <a:r>
              <a:rPr lang="en-IN" sz="2400" dirty="0"/>
              <a:t> Combine data from multiple tables. </a:t>
            </a:r>
          </a:p>
          <a:p>
            <a:r>
              <a:rPr lang="en-IN" sz="2400" b="1" dirty="0"/>
              <a:t>Aggregate Functions:</a:t>
            </a:r>
            <a:r>
              <a:rPr lang="en-IN" sz="2400" dirty="0"/>
              <a:t> Calculate totals, averages, counts, etc. </a:t>
            </a:r>
          </a:p>
          <a:p>
            <a:r>
              <a:rPr lang="en-IN" sz="2400" b="1" dirty="0"/>
              <a:t>GROUP BY:</a:t>
            </a:r>
            <a:r>
              <a:rPr lang="en-IN" sz="2400" dirty="0"/>
              <a:t> Group similar records together. </a:t>
            </a:r>
          </a:p>
          <a:p>
            <a:r>
              <a:rPr lang="en-IN" sz="2400" b="1" dirty="0"/>
              <a:t>ORDER BY:</a:t>
            </a:r>
            <a:r>
              <a:rPr lang="en-IN" sz="2400" dirty="0"/>
              <a:t> Sort data in a specific order. </a:t>
            </a:r>
          </a:p>
        </p:txBody>
      </p:sp>
    </p:spTree>
    <p:extLst>
      <p:ext uri="{BB962C8B-B14F-4D97-AF65-F5344CB8AC3E}">
        <p14:creationId xmlns:p14="http://schemas.microsoft.com/office/powerpoint/2010/main" val="2849726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D22B-E0F7-6C40-96B0-B8D65B505ECE}"/>
              </a:ext>
            </a:extLst>
          </p:cNvPr>
          <p:cNvSpPr>
            <a:spLocks noGrp="1"/>
          </p:cNvSpPr>
          <p:nvPr>
            <p:ph type="title"/>
          </p:nvPr>
        </p:nvSpPr>
        <p:spPr>
          <a:xfrm>
            <a:off x="838200" y="365125"/>
            <a:ext cx="10515600" cy="941161"/>
          </a:xfrm>
        </p:spPr>
        <p:txBody>
          <a:bodyPr/>
          <a:lstStyle/>
          <a:p>
            <a:r>
              <a:rPr lang="en-IN" b="1" dirty="0">
                <a:solidFill>
                  <a:srgbClr val="C00000"/>
                </a:solidFill>
              </a:rPr>
              <a:t>Business Problem Statement</a:t>
            </a:r>
            <a:endParaRPr lang="en-IN" dirty="0"/>
          </a:p>
        </p:txBody>
      </p:sp>
      <p:sp>
        <p:nvSpPr>
          <p:cNvPr id="3" name="Text Placeholder 2">
            <a:extLst>
              <a:ext uri="{FF2B5EF4-FFF2-40B4-BE49-F238E27FC236}">
                <a16:creationId xmlns:a16="http://schemas.microsoft.com/office/drawing/2014/main" id="{42A9AEA6-B5A2-58C7-0A31-62526337140C}"/>
              </a:ext>
            </a:extLst>
          </p:cNvPr>
          <p:cNvSpPr>
            <a:spLocks noGrp="1"/>
          </p:cNvSpPr>
          <p:nvPr>
            <p:ph type="body" idx="1"/>
          </p:nvPr>
        </p:nvSpPr>
        <p:spPr>
          <a:xfrm>
            <a:off x="838200" y="1587640"/>
            <a:ext cx="10515600" cy="4589323"/>
          </a:xfrm>
        </p:spPr>
        <p:txBody>
          <a:bodyPr>
            <a:normAutofit/>
          </a:bodyPr>
          <a:lstStyle/>
          <a:p>
            <a:r>
              <a:rPr lang="en-IN" sz="2400" b="1" dirty="0"/>
              <a:t>CTEs:</a:t>
            </a:r>
            <a:r>
              <a:rPr lang="en-IN" sz="2400" dirty="0"/>
              <a:t> Temporary result sets for simplifying complex queries.</a:t>
            </a:r>
          </a:p>
          <a:p>
            <a:r>
              <a:rPr lang="en-IN" sz="2400" b="1" dirty="0"/>
              <a:t>Subqueries:</a:t>
            </a:r>
            <a:r>
              <a:rPr lang="en-IN" sz="2400" dirty="0"/>
              <a:t> Query inside another query.</a:t>
            </a:r>
          </a:p>
          <a:p>
            <a:r>
              <a:rPr lang="en-IN" sz="2400" b="1" dirty="0"/>
              <a:t>Window Functions:</a:t>
            </a:r>
            <a:r>
              <a:rPr lang="en-IN" sz="2400" dirty="0"/>
              <a:t> Analyse data across related rows. </a:t>
            </a:r>
          </a:p>
          <a:p>
            <a:r>
              <a:rPr lang="en-IN" sz="2400" b="1" dirty="0"/>
              <a:t>LAG():</a:t>
            </a:r>
            <a:r>
              <a:rPr lang="en-IN" sz="2400" dirty="0"/>
              <a:t> Access previous row value.</a:t>
            </a:r>
          </a:p>
          <a:p>
            <a:r>
              <a:rPr lang="en-IN" sz="2400" b="1" dirty="0"/>
              <a:t>FIRST_VALUE():</a:t>
            </a:r>
            <a:r>
              <a:rPr lang="en-IN" sz="2400" dirty="0"/>
              <a:t> Get first value in a group. </a:t>
            </a:r>
          </a:p>
          <a:p>
            <a:r>
              <a:rPr lang="en-IN" sz="2400" b="1" dirty="0"/>
              <a:t>LAST_VALUE():</a:t>
            </a:r>
            <a:r>
              <a:rPr lang="en-IN" sz="2400" dirty="0"/>
              <a:t> Get last value in a group.</a:t>
            </a:r>
          </a:p>
          <a:p>
            <a:endParaRPr lang="en-IN" sz="2400" dirty="0"/>
          </a:p>
          <a:p>
            <a:endParaRPr lang="en-IN" sz="2400" dirty="0"/>
          </a:p>
        </p:txBody>
      </p:sp>
    </p:spTree>
    <p:extLst>
      <p:ext uri="{BB962C8B-B14F-4D97-AF65-F5344CB8AC3E}">
        <p14:creationId xmlns:p14="http://schemas.microsoft.com/office/powerpoint/2010/main" val="2379421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B2C1-00BC-91BF-9936-46DB6743C73A}"/>
              </a:ext>
            </a:extLst>
          </p:cNvPr>
          <p:cNvSpPr>
            <a:spLocks noGrp="1"/>
          </p:cNvSpPr>
          <p:nvPr>
            <p:ph type="title"/>
          </p:nvPr>
        </p:nvSpPr>
        <p:spPr>
          <a:xfrm>
            <a:off x="838200" y="365126"/>
            <a:ext cx="10515600" cy="800484"/>
          </a:xfrm>
        </p:spPr>
        <p:txBody>
          <a:bodyPr/>
          <a:lstStyle/>
          <a:p>
            <a:r>
              <a:rPr lang="en-IN" b="1" dirty="0">
                <a:solidFill>
                  <a:srgbClr val="C00000"/>
                </a:solidFill>
              </a:rPr>
              <a:t>Introduction</a:t>
            </a:r>
          </a:p>
        </p:txBody>
      </p:sp>
      <p:sp>
        <p:nvSpPr>
          <p:cNvPr id="3" name="Text Placeholder 2">
            <a:extLst>
              <a:ext uri="{FF2B5EF4-FFF2-40B4-BE49-F238E27FC236}">
                <a16:creationId xmlns:a16="http://schemas.microsoft.com/office/drawing/2014/main" id="{73595D09-02E0-4814-80CD-BCB398558761}"/>
              </a:ext>
            </a:extLst>
          </p:cNvPr>
          <p:cNvSpPr>
            <a:spLocks noGrp="1"/>
          </p:cNvSpPr>
          <p:nvPr>
            <p:ph type="body" idx="1"/>
          </p:nvPr>
        </p:nvSpPr>
        <p:spPr>
          <a:xfrm>
            <a:off x="838200" y="1165610"/>
            <a:ext cx="10515600" cy="5011353"/>
          </a:xfrm>
        </p:spPr>
        <p:txBody>
          <a:bodyPr>
            <a:noAutofit/>
          </a:bodyPr>
          <a:lstStyle/>
          <a:p>
            <a:pPr marL="114300" indent="0">
              <a:buNone/>
            </a:pPr>
            <a:r>
              <a:rPr lang="en-IN" sz="2400" dirty="0"/>
              <a:t>This project focuses on analysing global energy production, energy consumption, carbon emissions, GDP, and population data using MySQL. By applying SQL concepts such as Joins, Aggregate Functions, Subqueries, Common Table Expressions (CTEs), and Window Functions, the project aims to uncover trends, compare countries, measure energy efficiency, and derive meaningful insights that support sustainable energy management and data-driven decision-making.</a:t>
            </a:r>
          </a:p>
          <a:p>
            <a:pPr marL="114300" indent="0" algn="just">
              <a:buNone/>
            </a:pPr>
            <a:endParaRPr lang="en-IN" sz="2400" dirty="0"/>
          </a:p>
          <a:p>
            <a:r>
              <a:rPr lang="en-IN" sz="2400" b="1" dirty="0"/>
              <a:t>Datasets Used:</a:t>
            </a:r>
          </a:p>
        </p:txBody>
      </p:sp>
      <p:graphicFrame>
        <p:nvGraphicFramePr>
          <p:cNvPr id="4" name="Table 3">
            <a:extLst>
              <a:ext uri="{FF2B5EF4-FFF2-40B4-BE49-F238E27FC236}">
                <a16:creationId xmlns:a16="http://schemas.microsoft.com/office/drawing/2014/main" id="{22726421-EAED-F719-CF8F-6A24F549BD8A}"/>
              </a:ext>
            </a:extLst>
          </p:cNvPr>
          <p:cNvGraphicFramePr>
            <a:graphicFrameLocks noGrp="1"/>
          </p:cNvGraphicFramePr>
          <p:nvPr>
            <p:extLst>
              <p:ext uri="{D42A27DB-BD31-4B8C-83A1-F6EECF244321}">
                <p14:modId xmlns:p14="http://schemas.microsoft.com/office/powerpoint/2010/main" val="2721010472"/>
              </p:ext>
            </p:extLst>
          </p:nvPr>
        </p:nvGraphicFramePr>
        <p:xfrm>
          <a:off x="1318567" y="4306928"/>
          <a:ext cx="7443596" cy="1742440"/>
        </p:xfrm>
        <a:graphic>
          <a:graphicData uri="http://schemas.openxmlformats.org/drawingml/2006/table">
            <a:tbl>
              <a:tblPr firstRow="1" bandRow="1">
                <a:tableStyleId>{2D5ABB26-0587-4C30-8999-92F81FD0307C}</a:tableStyleId>
              </a:tblPr>
              <a:tblGrid>
                <a:gridCol w="3721798">
                  <a:extLst>
                    <a:ext uri="{9D8B030D-6E8A-4147-A177-3AD203B41FA5}">
                      <a16:colId xmlns:a16="http://schemas.microsoft.com/office/drawing/2014/main" val="1169717253"/>
                    </a:ext>
                  </a:extLst>
                </a:gridCol>
                <a:gridCol w="3721798">
                  <a:extLst>
                    <a:ext uri="{9D8B030D-6E8A-4147-A177-3AD203B41FA5}">
                      <a16:colId xmlns:a16="http://schemas.microsoft.com/office/drawing/2014/main" val="23743728"/>
                    </a:ext>
                  </a:extLst>
                </a:gridCol>
              </a:tblGrid>
              <a:tr h="370840">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Country</a:t>
                      </a:r>
                    </a:p>
                  </a:txBody>
                  <a:tcPr/>
                </a:tc>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Emission</a:t>
                      </a:r>
                    </a:p>
                  </a:txBody>
                  <a:tcPr/>
                </a:tc>
                <a:extLst>
                  <a:ext uri="{0D108BD9-81ED-4DB2-BD59-A6C34878D82A}">
                    <a16:rowId xmlns:a16="http://schemas.microsoft.com/office/drawing/2014/main" val="2097930809"/>
                  </a:ext>
                </a:extLst>
              </a:tr>
              <a:tr h="370840">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Consumption</a:t>
                      </a:r>
                    </a:p>
                  </a:txBody>
                  <a:tcPr/>
                </a:tc>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GDP</a:t>
                      </a:r>
                    </a:p>
                  </a:txBody>
                  <a:tcPr/>
                </a:tc>
                <a:extLst>
                  <a:ext uri="{0D108BD9-81ED-4DB2-BD59-A6C34878D82A}">
                    <a16:rowId xmlns:a16="http://schemas.microsoft.com/office/drawing/2014/main" val="2382595470"/>
                  </a:ext>
                </a:extLst>
              </a:tr>
              <a:tr h="370840">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Production</a:t>
                      </a:r>
                    </a:p>
                  </a:txBody>
                  <a:tcPr/>
                </a:tc>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Population</a:t>
                      </a:r>
                    </a:p>
                  </a:txBody>
                  <a:tcPr/>
                </a:tc>
                <a:extLst>
                  <a:ext uri="{0D108BD9-81ED-4DB2-BD59-A6C34878D82A}">
                    <a16:rowId xmlns:a16="http://schemas.microsoft.com/office/drawing/2014/main" val="1503627009"/>
                  </a:ext>
                </a:extLst>
              </a:tr>
              <a:tr h="370840">
                <a:tc>
                  <a:txBody>
                    <a:bodyPr/>
                    <a:lstStyle/>
                    <a:p>
                      <a:endParaRPr lang="en-IN"/>
                    </a:p>
                  </a:txBody>
                  <a:tcPr/>
                </a:tc>
                <a:tc>
                  <a:txBody>
                    <a:bodyPr/>
                    <a:lstStyle/>
                    <a:p>
                      <a:endParaRPr lang="en-IN" dirty="0"/>
                    </a:p>
                  </a:txBody>
                  <a:tcPr/>
                </a:tc>
                <a:extLst>
                  <a:ext uri="{0D108BD9-81ED-4DB2-BD59-A6C34878D82A}">
                    <a16:rowId xmlns:a16="http://schemas.microsoft.com/office/drawing/2014/main" val="1280645768"/>
                  </a:ext>
                </a:extLst>
              </a:tr>
            </a:tbl>
          </a:graphicData>
        </a:graphic>
      </p:graphicFrame>
    </p:spTree>
    <p:extLst>
      <p:ext uri="{BB962C8B-B14F-4D97-AF65-F5344CB8AC3E}">
        <p14:creationId xmlns:p14="http://schemas.microsoft.com/office/powerpoint/2010/main" val="164573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E5FF-1D86-C910-0B13-18FDCD36CCAD}"/>
              </a:ext>
            </a:extLst>
          </p:cNvPr>
          <p:cNvSpPr>
            <a:spLocks noGrp="1"/>
          </p:cNvSpPr>
          <p:nvPr>
            <p:ph type="title"/>
          </p:nvPr>
        </p:nvSpPr>
        <p:spPr>
          <a:xfrm>
            <a:off x="838200" y="365125"/>
            <a:ext cx="10515600" cy="1024931"/>
          </a:xfrm>
        </p:spPr>
        <p:txBody>
          <a:bodyPr/>
          <a:lstStyle/>
          <a:p>
            <a:r>
              <a:rPr lang="en-IN" b="1" dirty="0">
                <a:solidFill>
                  <a:srgbClr val="C00000"/>
                </a:solidFill>
              </a:rPr>
              <a:t>ER Diagram and Cardinality</a:t>
            </a:r>
            <a:endParaRPr lang="en-IN" b="1" dirty="0"/>
          </a:p>
        </p:txBody>
      </p:sp>
      <p:sp>
        <p:nvSpPr>
          <p:cNvPr id="9" name="Text Placeholder 8">
            <a:extLst>
              <a:ext uri="{FF2B5EF4-FFF2-40B4-BE49-F238E27FC236}">
                <a16:creationId xmlns:a16="http://schemas.microsoft.com/office/drawing/2014/main" id="{EED80B32-E57B-DFE0-F5D4-D2CDB6A96966}"/>
              </a:ext>
            </a:extLst>
          </p:cNvPr>
          <p:cNvSpPr>
            <a:spLocks noGrp="1"/>
          </p:cNvSpPr>
          <p:nvPr>
            <p:ph type="body" idx="1"/>
          </p:nvPr>
        </p:nvSpPr>
        <p:spPr/>
        <p:txBody>
          <a:bodyPr/>
          <a:lstStyle/>
          <a:p>
            <a:endParaRPr lang="en-IN"/>
          </a:p>
        </p:txBody>
      </p:sp>
      <p:sp>
        <p:nvSpPr>
          <p:cNvPr id="10" name="Text Placeholder 9">
            <a:extLst>
              <a:ext uri="{FF2B5EF4-FFF2-40B4-BE49-F238E27FC236}">
                <a16:creationId xmlns:a16="http://schemas.microsoft.com/office/drawing/2014/main" id="{A47236D1-E490-931D-5268-12C076EBEBB1}"/>
              </a:ext>
            </a:extLst>
          </p:cNvPr>
          <p:cNvSpPr>
            <a:spLocks noGrp="1"/>
          </p:cNvSpPr>
          <p:nvPr>
            <p:ph type="body" idx="2"/>
          </p:nvPr>
        </p:nvSpPr>
        <p:spPr>
          <a:xfrm>
            <a:off x="6652008" y="1390057"/>
            <a:ext cx="4994031" cy="4689807"/>
          </a:xfrm>
        </p:spPr>
        <p:txBody>
          <a:bodyPr/>
          <a:lstStyle/>
          <a:p>
            <a:pPr marL="114300" indent="0">
              <a:buNone/>
            </a:pPr>
            <a:r>
              <a:rPr lang="en-IN" dirty="0"/>
              <a:t>   </a:t>
            </a:r>
          </a:p>
        </p:txBody>
      </p:sp>
      <p:pic>
        <p:nvPicPr>
          <p:cNvPr id="5" name="Picture 4">
            <a:extLst>
              <a:ext uri="{FF2B5EF4-FFF2-40B4-BE49-F238E27FC236}">
                <a16:creationId xmlns:a16="http://schemas.microsoft.com/office/drawing/2014/main" id="{611B70D7-C31B-3B2F-CB89-BA82EC91B3BB}"/>
              </a:ext>
            </a:extLst>
          </p:cNvPr>
          <p:cNvPicPr>
            <a:picLocks noChangeAspect="1"/>
          </p:cNvPicPr>
          <p:nvPr/>
        </p:nvPicPr>
        <p:blipFill>
          <a:blip r:embed="rId2"/>
          <a:stretch>
            <a:fillRect/>
          </a:stretch>
        </p:blipFill>
        <p:spPr>
          <a:xfrm>
            <a:off x="574432" y="1569143"/>
            <a:ext cx="6185596" cy="4689807"/>
          </a:xfrm>
          <a:prstGeom prst="rect">
            <a:avLst/>
          </a:prstGeom>
        </p:spPr>
      </p:pic>
      <p:graphicFrame>
        <p:nvGraphicFramePr>
          <p:cNvPr id="12" name="Table 11">
            <a:extLst>
              <a:ext uri="{FF2B5EF4-FFF2-40B4-BE49-F238E27FC236}">
                <a16:creationId xmlns:a16="http://schemas.microsoft.com/office/drawing/2014/main" id="{E01CF8C2-17AE-8ED8-3A0F-963CD79B45A6}"/>
              </a:ext>
            </a:extLst>
          </p:cNvPr>
          <p:cNvGraphicFramePr>
            <a:graphicFrameLocks noGrp="1"/>
          </p:cNvGraphicFramePr>
          <p:nvPr>
            <p:extLst>
              <p:ext uri="{D42A27DB-BD31-4B8C-83A1-F6EECF244321}">
                <p14:modId xmlns:p14="http://schemas.microsoft.com/office/powerpoint/2010/main" val="3674491500"/>
              </p:ext>
            </p:extLst>
          </p:nvPr>
        </p:nvGraphicFramePr>
        <p:xfrm>
          <a:off x="6760028" y="1741525"/>
          <a:ext cx="5073580" cy="3986870"/>
        </p:xfrm>
        <a:graphic>
          <a:graphicData uri="http://schemas.openxmlformats.org/drawingml/2006/table">
            <a:tbl>
              <a:tblPr firstRow="1" bandRow="1">
                <a:tableStyleId>{5C22544A-7EE6-4342-B048-85BDC9FD1C3A}</a:tableStyleId>
              </a:tblPr>
              <a:tblGrid>
                <a:gridCol w="1720781">
                  <a:extLst>
                    <a:ext uri="{9D8B030D-6E8A-4147-A177-3AD203B41FA5}">
                      <a16:colId xmlns:a16="http://schemas.microsoft.com/office/drawing/2014/main" val="2476813421"/>
                    </a:ext>
                  </a:extLst>
                </a:gridCol>
                <a:gridCol w="3352799">
                  <a:extLst>
                    <a:ext uri="{9D8B030D-6E8A-4147-A177-3AD203B41FA5}">
                      <a16:colId xmlns:a16="http://schemas.microsoft.com/office/drawing/2014/main" val="2933935764"/>
                    </a:ext>
                  </a:extLst>
                </a:gridCol>
              </a:tblGrid>
              <a:tr h="555556">
                <a:tc>
                  <a:txBody>
                    <a:bodyPr/>
                    <a:lstStyle/>
                    <a:p>
                      <a:r>
                        <a:rPr lang="en-IN" sz="2400" dirty="0">
                          <a:latin typeface="Calibri" panose="020F0502020204030204" pitchFamily="34" charset="0"/>
                          <a:ea typeface="Calibri" panose="020F0502020204030204" pitchFamily="34" charset="0"/>
                          <a:cs typeface="Calibri" panose="020F0502020204030204" pitchFamily="34" charset="0"/>
                        </a:rPr>
                        <a:t>   </a:t>
                      </a:r>
                      <a:r>
                        <a:rPr lang="en-IN" sz="2000" dirty="0">
                          <a:latin typeface="Calibri" panose="020F0502020204030204" pitchFamily="34" charset="0"/>
                          <a:ea typeface="Calibri" panose="020F0502020204030204" pitchFamily="34" charset="0"/>
                          <a:cs typeface="Calibri" panose="020F0502020204030204" pitchFamily="34" charset="0"/>
                        </a:rPr>
                        <a:t>Cardinality</a:t>
                      </a:r>
                    </a:p>
                  </a:txBody>
                  <a:tcPr/>
                </a:tc>
                <a:tc>
                  <a:txBody>
                    <a:bodyPr/>
                    <a:lstStyle/>
                    <a:p>
                      <a:r>
                        <a:rPr lang="en-IN" sz="2000">
                          <a:latin typeface="Calibri" panose="020F0502020204030204" pitchFamily="34" charset="0"/>
                          <a:ea typeface="Calibri" panose="020F0502020204030204" pitchFamily="34" charset="0"/>
                          <a:cs typeface="Calibri" panose="020F0502020204030204" pitchFamily="34" charset="0"/>
                        </a:rPr>
                        <a:t>Explanation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83559288"/>
                  </a:ext>
                </a:extLst>
              </a:tr>
              <a:tr h="703463">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Production</a:t>
                      </a:r>
                    </a:p>
                  </a:txBody>
                  <a:tcPr/>
                </a:tc>
                <a:extLst>
                  <a:ext uri="{0D108BD9-81ED-4DB2-BD59-A6C34878D82A}">
                    <a16:rowId xmlns:a16="http://schemas.microsoft.com/office/drawing/2014/main" val="1326917852"/>
                  </a:ext>
                </a:extLst>
              </a:tr>
              <a:tr h="644633">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Consumption</a:t>
                      </a:r>
                    </a:p>
                  </a:txBody>
                  <a:tcPr/>
                </a:tc>
                <a:extLst>
                  <a:ext uri="{0D108BD9-81ED-4DB2-BD59-A6C34878D82A}">
                    <a16:rowId xmlns:a16="http://schemas.microsoft.com/office/drawing/2014/main" val="236297717"/>
                  </a:ext>
                </a:extLst>
              </a:tr>
              <a:tr h="694406">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Emission</a:t>
                      </a:r>
                    </a:p>
                  </a:txBody>
                  <a:tcPr/>
                </a:tc>
                <a:extLst>
                  <a:ext uri="{0D108BD9-81ED-4DB2-BD59-A6C34878D82A}">
                    <a16:rowId xmlns:a16="http://schemas.microsoft.com/office/drawing/2014/main" val="1114975976"/>
                  </a:ext>
                </a:extLst>
              </a:tr>
              <a:tr h="694406">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GDP</a:t>
                      </a:r>
                    </a:p>
                  </a:txBody>
                  <a:tcPr/>
                </a:tc>
                <a:extLst>
                  <a:ext uri="{0D108BD9-81ED-4DB2-BD59-A6C34878D82A}">
                    <a16:rowId xmlns:a16="http://schemas.microsoft.com/office/drawing/2014/main" val="3791023654"/>
                  </a:ext>
                </a:extLst>
              </a:tr>
              <a:tr h="69440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Population</a:t>
                      </a:r>
                    </a:p>
                  </a:txBody>
                  <a:tcPr/>
                </a:tc>
                <a:extLst>
                  <a:ext uri="{0D108BD9-81ED-4DB2-BD59-A6C34878D82A}">
                    <a16:rowId xmlns:a16="http://schemas.microsoft.com/office/drawing/2014/main" val="1365290443"/>
                  </a:ext>
                </a:extLst>
              </a:tr>
            </a:tbl>
          </a:graphicData>
        </a:graphic>
      </p:graphicFrame>
    </p:spTree>
    <p:extLst>
      <p:ext uri="{BB962C8B-B14F-4D97-AF65-F5344CB8AC3E}">
        <p14:creationId xmlns:p14="http://schemas.microsoft.com/office/powerpoint/2010/main" val="50609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FDB0D-6745-5E9A-C7F3-ECAC99F43A35}"/>
              </a:ext>
            </a:extLst>
          </p:cNvPr>
          <p:cNvSpPr>
            <a:spLocks noGrp="1"/>
          </p:cNvSpPr>
          <p:nvPr>
            <p:ph type="title"/>
          </p:nvPr>
        </p:nvSpPr>
        <p:spPr>
          <a:xfrm>
            <a:off x="838200" y="365125"/>
            <a:ext cx="10515600" cy="941161"/>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FD72046E-D145-CA73-5112-1A477EF496EA}"/>
              </a:ext>
            </a:extLst>
          </p:cNvPr>
          <p:cNvSpPr>
            <a:spLocks noGrp="1"/>
          </p:cNvSpPr>
          <p:nvPr>
            <p:ph type="body" idx="1"/>
          </p:nvPr>
        </p:nvSpPr>
        <p:spPr>
          <a:xfrm>
            <a:off x="838200" y="1306286"/>
            <a:ext cx="10515600" cy="4870677"/>
          </a:xfrm>
        </p:spPr>
        <p:txBody>
          <a:bodyPr>
            <a:normAutofit/>
          </a:bodyPr>
          <a:lstStyle/>
          <a:p>
            <a:pPr>
              <a:buFont typeface="Arial" panose="020B0604020202020204" pitchFamily="34" charset="0"/>
              <a:buChar char="•"/>
            </a:pPr>
            <a:r>
              <a:rPr lang="en-IN" sz="2400" b="1" dirty="0"/>
              <a:t>What are the top 5 countries by GDP in the most recent year?</a:t>
            </a:r>
          </a:p>
          <a:p>
            <a:pPr marL="114300" indent="0">
              <a:buNone/>
            </a:pPr>
            <a:r>
              <a:rPr lang="en-IN" sz="2400" b="1" dirty="0"/>
              <a:t>     </a:t>
            </a:r>
            <a:r>
              <a:rPr lang="en-IN" sz="2400" dirty="0"/>
              <a:t>Purpose: Compare economic strength across countries.</a:t>
            </a:r>
          </a:p>
          <a:p>
            <a:pPr marL="114300" indent="0">
              <a:buNone/>
            </a:pPr>
            <a:r>
              <a:rPr lang="en-IN" sz="2400" b="1" dirty="0"/>
              <a:t>     </a:t>
            </a:r>
            <a:r>
              <a:rPr lang="en-IN" sz="2400" dirty="0"/>
              <a:t>Insight: Understand how economic growth relates to energy usage.</a:t>
            </a:r>
          </a:p>
          <a:p>
            <a:pPr marL="114300" indent="0">
              <a:buNone/>
            </a:pPr>
            <a:endParaRPr lang="en-IN" sz="2400" dirty="0"/>
          </a:p>
        </p:txBody>
      </p:sp>
      <p:pic>
        <p:nvPicPr>
          <p:cNvPr id="5" name="Picture 4">
            <a:extLst>
              <a:ext uri="{FF2B5EF4-FFF2-40B4-BE49-F238E27FC236}">
                <a16:creationId xmlns:a16="http://schemas.microsoft.com/office/drawing/2014/main" id="{FC56B862-B6D1-6789-816A-8991F816DE10}"/>
              </a:ext>
            </a:extLst>
          </p:cNvPr>
          <p:cNvPicPr>
            <a:picLocks noChangeAspect="1"/>
          </p:cNvPicPr>
          <p:nvPr/>
        </p:nvPicPr>
        <p:blipFill>
          <a:blip r:embed="rId2"/>
          <a:stretch>
            <a:fillRect/>
          </a:stretch>
        </p:blipFill>
        <p:spPr>
          <a:xfrm>
            <a:off x="1365366" y="3042759"/>
            <a:ext cx="2789162" cy="3063505"/>
          </a:xfrm>
          <a:prstGeom prst="rect">
            <a:avLst/>
          </a:prstGeom>
        </p:spPr>
      </p:pic>
      <p:pic>
        <p:nvPicPr>
          <p:cNvPr id="7" name="Picture 6">
            <a:extLst>
              <a:ext uri="{FF2B5EF4-FFF2-40B4-BE49-F238E27FC236}">
                <a16:creationId xmlns:a16="http://schemas.microsoft.com/office/drawing/2014/main" id="{15AFB491-BBE2-AB23-3E74-3B3BFBFB4730}"/>
              </a:ext>
            </a:extLst>
          </p:cNvPr>
          <p:cNvPicPr>
            <a:picLocks noChangeAspect="1"/>
          </p:cNvPicPr>
          <p:nvPr/>
        </p:nvPicPr>
        <p:blipFill>
          <a:blip r:embed="rId3"/>
          <a:stretch>
            <a:fillRect/>
          </a:stretch>
        </p:blipFill>
        <p:spPr>
          <a:xfrm>
            <a:off x="6315699" y="3445920"/>
            <a:ext cx="2514818" cy="1874682"/>
          </a:xfrm>
          <a:prstGeom prst="rect">
            <a:avLst/>
          </a:prstGeom>
        </p:spPr>
      </p:pic>
    </p:spTree>
    <p:extLst>
      <p:ext uri="{BB962C8B-B14F-4D97-AF65-F5344CB8AC3E}">
        <p14:creationId xmlns:p14="http://schemas.microsoft.com/office/powerpoint/2010/main" val="647458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12AF0-78BF-3EF7-7367-3D47B17D0023}"/>
              </a:ext>
            </a:extLst>
          </p:cNvPr>
          <p:cNvSpPr>
            <a:spLocks noGrp="1"/>
          </p:cNvSpPr>
          <p:nvPr>
            <p:ph type="title"/>
          </p:nvPr>
        </p:nvSpPr>
        <p:spPr>
          <a:xfrm>
            <a:off x="838200" y="365126"/>
            <a:ext cx="10515600" cy="911016"/>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688D1DBC-C864-F2C0-48CD-9CB95DEC80F6}"/>
              </a:ext>
            </a:extLst>
          </p:cNvPr>
          <p:cNvSpPr>
            <a:spLocks noGrp="1"/>
          </p:cNvSpPr>
          <p:nvPr>
            <p:ph type="body" idx="1"/>
          </p:nvPr>
        </p:nvSpPr>
        <p:spPr>
          <a:xfrm>
            <a:off x="838200" y="1205802"/>
            <a:ext cx="10515600" cy="4971161"/>
          </a:xfrm>
        </p:spPr>
        <p:txBody>
          <a:bodyPr>
            <a:normAutofit/>
          </a:bodyPr>
          <a:lstStyle/>
          <a:p>
            <a:r>
              <a:rPr lang="en-IN" sz="2400" b="1" dirty="0"/>
              <a:t>Compare energy production and consumption by country.</a:t>
            </a:r>
          </a:p>
          <a:p>
            <a:pPr marL="114300" indent="0">
              <a:buNone/>
            </a:pPr>
            <a:r>
              <a:rPr lang="en-IN" sz="2400" b="1" dirty="0"/>
              <a:t>     </a:t>
            </a:r>
            <a:r>
              <a:rPr lang="en-IN" sz="2400" dirty="0"/>
              <a:t>Purpose: Identify energy surplus and deficit countries.</a:t>
            </a:r>
          </a:p>
          <a:p>
            <a:pPr marL="114300" indent="0">
              <a:buNone/>
            </a:pPr>
            <a:r>
              <a:rPr lang="en-IN" sz="2400" b="1" dirty="0"/>
              <a:t>     </a:t>
            </a:r>
            <a:r>
              <a:rPr lang="en-IN" sz="2400" dirty="0"/>
              <a:t>Insight: Production &gt; Consumption → Energy exporter </a:t>
            </a:r>
          </a:p>
          <a:p>
            <a:pPr marL="114300" indent="0">
              <a:buNone/>
            </a:pPr>
            <a:r>
              <a:rPr lang="en-IN" sz="2400" dirty="0"/>
              <a:t>     Consumption &gt; Production → Energy importer</a:t>
            </a:r>
          </a:p>
          <a:p>
            <a:endParaRPr lang="en-IN" sz="2400" dirty="0"/>
          </a:p>
        </p:txBody>
      </p:sp>
      <p:pic>
        <p:nvPicPr>
          <p:cNvPr id="5" name="Picture 4">
            <a:extLst>
              <a:ext uri="{FF2B5EF4-FFF2-40B4-BE49-F238E27FC236}">
                <a16:creationId xmlns:a16="http://schemas.microsoft.com/office/drawing/2014/main" id="{19675998-8AC1-9893-5009-6E08F90F4069}"/>
              </a:ext>
            </a:extLst>
          </p:cNvPr>
          <p:cNvPicPr>
            <a:picLocks noChangeAspect="1"/>
          </p:cNvPicPr>
          <p:nvPr/>
        </p:nvPicPr>
        <p:blipFill>
          <a:blip r:embed="rId2"/>
          <a:stretch>
            <a:fillRect/>
          </a:stretch>
        </p:blipFill>
        <p:spPr>
          <a:xfrm>
            <a:off x="1378438" y="3229543"/>
            <a:ext cx="4511431" cy="3414056"/>
          </a:xfrm>
          <a:prstGeom prst="rect">
            <a:avLst/>
          </a:prstGeom>
        </p:spPr>
      </p:pic>
      <p:pic>
        <p:nvPicPr>
          <p:cNvPr id="6" name="Picture 5">
            <a:extLst>
              <a:ext uri="{FF2B5EF4-FFF2-40B4-BE49-F238E27FC236}">
                <a16:creationId xmlns:a16="http://schemas.microsoft.com/office/drawing/2014/main" id="{58BF11C3-3A7D-43E9-05CD-0378D61CF04C}"/>
              </a:ext>
            </a:extLst>
          </p:cNvPr>
          <p:cNvPicPr>
            <a:picLocks noChangeAspect="1"/>
          </p:cNvPicPr>
          <p:nvPr/>
        </p:nvPicPr>
        <p:blipFill>
          <a:blip r:embed="rId3"/>
          <a:stretch>
            <a:fillRect/>
          </a:stretch>
        </p:blipFill>
        <p:spPr>
          <a:xfrm>
            <a:off x="6096000" y="3429000"/>
            <a:ext cx="5103726" cy="2551863"/>
          </a:xfrm>
          <a:prstGeom prst="rect">
            <a:avLst/>
          </a:prstGeom>
        </p:spPr>
      </p:pic>
    </p:spTree>
    <p:extLst>
      <p:ext uri="{BB962C8B-B14F-4D97-AF65-F5344CB8AC3E}">
        <p14:creationId xmlns:p14="http://schemas.microsoft.com/office/powerpoint/2010/main" val="628003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E589-C469-CBB4-F717-BE907E31E29F}"/>
              </a:ext>
            </a:extLst>
          </p:cNvPr>
          <p:cNvSpPr>
            <a:spLocks noGrp="1"/>
          </p:cNvSpPr>
          <p:nvPr>
            <p:ph type="title"/>
          </p:nvPr>
        </p:nvSpPr>
        <p:spPr>
          <a:xfrm>
            <a:off x="838200" y="365126"/>
            <a:ext cx="10515600" cy="911016"/>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60A08C98-31E8-DCB7-801C-383F7907F91A}"/>
              </a:ext>
            </a:extLst>
          </p:cNvPr>
          <p:cNvSpPr>
            <a:spLocks noGrp="1"/>
          </p:cNvSpPr>
          <p:nvPr>
            <p:ph type="body" idx="1"/>
          </p:nvPr>
        </p:nvSpPr>
        <p:spPr>
          <a:xfrm>
            <a:off x="838200" y="1276142"/>
            <a:ext cx="10515600" cy="4900821"/>
          </a:xfrm>
        </p:spPr>
        <p:txBody>
          <a:bodyPr>
            <a:normAutofit/>
          </a:bodyPr>
          <a:lstStyle/>
          <a:p>
            <a:pPr>
              <a:buFont typeface="Arial" panose="020B0604020202020204" pitchFamily="34" charset="0"/>
              <a:buChar char="•"/>
            </a:pPr>
            <a:r>
              <a:rPr lang="en-IN" sz="2400" b="1" dirty="0"/>
              <a:t>Which countries consume the most energy relative to GDP?</a:t>
            </a:r>
          </a:p>
          <a:p>
            <a:pPr marL="114300" indent="0">
              <a:buNone/>
            </a:pPr>
            <a:r>
              <a:rPr lang="en-IN" sz="2400" dirty="0"/>
              <a:t>     Purpose: Identify the largest energy consumers globally, relative to GDP.</a:t>
            </a:r>
          </a:p>
          <a:p>
            <a:pPr marL="114300" indent="0">
              <a:buNone/>
            </a:pPr>
            <a:r>
              <a:rPr lang="en-IN" sz="2400" dirty="0"/>
              <a:t>     Insight: Helps understand which countries drive global energy demand.</a:t>
            </a:r>
          </a:p>
          <a:p>
            <a:pPr marL="114300" indent="0">
              <a:buNone/>
            </a:pPr>
            <a:endParaRPr lang="en-IN" sz="2400" dirty="0"/>
          </a:p>
        </p:txBody>
      </p:sp>
      <p:pic>
        <p:nvPicPr>
          <p:cNvPr id="8" name="Picture 7">
            <a:extLst>
              <a:ext uri="{FF2B5EF4-FFF2-40B4-BE49-F238E27FC236}">
                <a16:creationId xmlns:a16="http://schemas.microsoft.com/office/drawing/2014/main" id="{C169AE4F-060F-1D39-BA76-8A10156AB63D}"/>
              </a:ext>
            </a:extLst>
          </p:cNvPr>
          <p:cNvPicPr>
            <a:picLocks noChangeAspect="1"/>
          </p:cNvPicPr>
          <p:nvPr/>
        </p:nvPicPr>
        <p:blipFill>
          <a:blip r:embed="rId2"/>
          <a:stretch>
            <a:fillRect/>
          </a:stretch>
        </p:blipFill>
        <p:spPr>
          <a:xfrm>
            <a:off x="1333856" y="2987999"/>
            <a:ext cx="5303980" cy="2972058"/>
          </a:xfrm>
          <a:prstGeom prst="rect">
            <a:avLst/>
          </a:prstGeom>
        </p:spPr>
      </p:pic>
      <p:pic>
        <p:nvPicPr>
          <p:cNvPr id="10" name="Picture 9">
            <a:extLst>
              <a:ext uri="{FF2B5EF4-FFF2-40B4-BE49-F238E27FC236}">
                <a16:creationId xmlns:a16="http://schemas.microsoft.com/office/drawing/2014/main" id="{6DB5CE44-0372-AE51-7E78-10B4B081F826}"/>
              </a:ext>
            </a:extLst>
          </p:cNvPr>
          <p:cNvPicPr>
            <a:picLocks noChangeAspect="1"/>
          </p:cNvPicPr>
          <p:nvPr/>
        </p:nvPicPr>
        <p:blipFill>
          <a:blip r:embed="rId3"/>
          <a:stretch>
            <a:fillRect/>
          </a:stretch>
        </p:blipFill>
        <p:spPr>
          <a:xfrm>
            <a:off x="6637836" y="2987999"/>
            <a:ext cx="5028098" cy="2718078"/>
          </a:xfrm>
          <a:prstGeom prst="rect">
            <a:avLst/>
          </a:prstGeom>
        </p:spPr>
      </p:pic>
    </p:spTree>
    <p:extLst>
      <p:ext uri="{BB962C8B-B14F-4D97-AF65-F5344CB8AC3E}">
        <p14:creationId xmlns:p14="http://schemas.microsoft.com/office/powerpoint/2010/main" val="1768690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00416-858D-EF4B-A8E3-61F3CEBFBC0B}"/>
              </a:ext>
            </a:extLst>
          </p:cNvPr>
          <p:cNvSpPr>
            <a:spLocks noGrp="1"/>
          </p:cNvSpPr>
          <p:nvPr>
            <p:ph type="title"/>
          </p:nvPr>
        </p:nvSpPr>
        <p:spPr>
          <a:xfrm>
            <a:off x="838200" y="224449"/>
            <a:ext cx="10515600" cy="820580"/>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E006B237-4640-85C4-98D2-B92E7C599D4F}"/>
              </a:ext>
            </a:extLst>
          </p:cNvPr>
          <p:cNvSpPr>
            <a:spLocks noGrp="1"/>
          </p:cNvSpPr>
          <p:nvPr>
            <p:ph type="body" idx="1"/>
          </p:nvPr>
        </p:nvSpPr>
        <p:spPr>
          <a:xfrm>
            <a:off x="838200" y="1045029"/>
            <a:ext cx="10515600" cy="5466303"/>
          </a:xfrm>
        </p:spPr>
        <p:txBody>
          <a:bodyPr>
            <a:normAutofit/>
          </a:bodyPr>
          <a:lstStyle/>
          <a:p>
            <a:r>
              <a:rPr lang="en-IN" sz="2400" b="1" dirty="0"/>
              <a:t>How have global emissions changed year over year?</a:t>
            </a:r>
          </a:p>
          <a:p>
            <a:pPr marL="114300" indent="0">
              <a:buNone/>
            </a:pPr>
            <a:r>
              <a:rPr lang="en-IN" sz="2400" b="1" dirty="0"/>
              <a:t>     </a:t>
            </a:r>
            <a:r>
              <a:rPr lang="en-IN" sz="2400" dirty="0"/>
              <a:t>Purpose: Analyse emission trends over time.</a:t>
            </a:r>
          </a:p>
          <a:p>
            <a:pPr marL="114300" indent="0">
              <a:buNone/>
            </a:pPr>
            <a:r>
              <a:rPr lang="en-IN" sz="2400" dirty="0"/>
              <a:t>     Insight: Determine whether emissions are increasing or decreasing globally.</a:t>
            </a:r>
          </a:p>
          <a:p>
            <a:endParaRPr lang="en-IN" sz="2400" dirty="0"/>
          </a:p>
          <a:p>
            <a:pPr marL="114300" indent="0">
              <a:buNone/>
            </a:pPr>
            <a:endParaRPr lang="en-IN" sz="2400" dirty="0"/>
          </a:p>
          <a:p>
            <a:pPr marL="114300" indent="0">
              <a:buNone/>
            </a:pPr>
            <a:endParaRPr lang="en-IN" sz="2400" dirty="0"/>
          </a:p>
          <a:p>
            <a:pPr marL="114300" indent="0">
              <a:buNone/>
            </a:pPr>
            <a:endParaRPr lang="en-IN" sz="2400" dirty="0"/>
          </a:p>
          <a:p>
            <a:pPr marL="114300" indent="0">
              <a:buNone/>
            </a:pPr>
            <a:endParaRPr lang="en-IN" sz="2400" dirty="0"/>
          </a:p>
          <a:p>
            <a:pPr marL="114300" indent="0">
              <a:buNone/>
            </a:pPr>
            <a:endParaRPr lang="en-IN" sz="2400" dirty="0"/>
          </a:p>
        </p:txBody>
      </p:sp>
      <p:pic>
        <p:nvPicPr>
          <p:cNvPr id="5" name="Picture 4">
            <a:extLst>
              <a:ext uri="{FF2B5EF4-FFF2-40B4-BE49-F238E27FC236}">
                <a16:creationId xmlns:a16="http://schemas.microsoft.com/office/drawing/2014/main" id="{244FD0F4-989D-7E04-74D9-EE929DE1B017}"/>
              </a:ext>
            </a:extLst>
          </p:cNvPr>
          <p:cNvPicPr>
            <a:picLocks noChangeAspect="1"/>
          </p:cNvPicPr>
          <p:nvPr/>
        </p:nvPicPr>
        <p:blipFill>
          <a:blip r:embed="rId2"/>
          <a:stretch>
            <a:fillRect/>
          </a:stretch>
        </p:blipFill>
        <p:spPr>
          <a:xfrm>
            <a:off x="1218782" y="2868640"/>
            <a:ext cx="3051503" cy="2165583"/>
          </a:xfrm>
          <a:prstGeom prst="rect">
            <a:avLst/>
          </a:prstGeom>
        </p:spPr>
      </p:pic>
      <p:pic>
        <p:nvPicPr>
          <p:cNvPr id="7" name="Picture 6">
            <a:extLst>
              <a:ext uri="{FF2B5EF4-FFF2-40B4-BE49-F238E27FC236}">
                <a16:creationId xmlns:a16="http://schemas.microsoft.com/office/drawing/2014/main" id="{B1CC5BCC-B443-B36B-ADC8-508F29AB14B9}"/>
              </a:ext>
            </a:extLst>
          </p:cNvPr>
          <p:cNvPicPr>
            <a:picLocks noChangeAspect="1"/>
          </p:cNvPicPr>
          <p:nvPr/>
        </p:nvPicPr>
        <p:blipFill>
          <a:blip r:embed="rId3"/>
          <a:stretch>
            <a:fillRect/>
          </a:stretch>
        </p:blipFill>
        <p:spPr>
          <a:xfrm>
            <a:off x="6263029" y="3170313"/>
            <a:ext cx="2499577" cy="1562235"/>
          </a:xfrm>
          <a:prstGeom prst="rect">
            <a:avLst/>
          </a:prstGeom>
        </p:spPr>
      </p:pic>
    </p:spTree>
    <p:extLst>
      <p:ext uri="{BB962C8B-B14F-4D97-AF65-F5344CB8AC3E}">
        <p14:creationId xmlns:p14="http://schemas.microsoft.com/office/powerpoint/2010/main" val="2413906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19FA9-5ECE-1040-761D-FECD32274880}"/>
              </a:ext>
            </a:extLst>
          </p:cNvPr>
          <p:cNvSpPr>
            <a:spLocks noGrp="1"/>
          </p:cNvSpPr>
          <p:nvPr>
            <p:ph type="title"/>
          </p:nvPr>
        </p:nvSpPr>
        <p:spPr>
          <a:xfrm>
            <a:off x="838200" y="365125"/>
            <a:ext cx="10515600" cy="900967"/>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F04125D4-5076-B1FF-5829-BB0D5BEDFF65}"/>
              </a:ext>
            </a:extLst>
          </p:cNvPr>
          <p:cNvSpPr>
            <a:spLocks noGrp="1"/>
          </p:cNvSpPr>
          <p:nvPr>
            <p:ph type="body" idx="1"/>
          </p:nvPr>
        </p:nvSpPr>
        <p:spPr>
          <a:xfrm>
            <a:off x="838200" y="1266092"/>
            <a:ext cx="10515600" cy="4910871"/>
          </a:xfrm>
        </p:spPr>
        <p:txBody>
          <a:bodyPr>
            <a:normAutofit/>
          </a:bodyPr>
          <a:lstStyle/>
          <a:p>
            <a:r>
              <a:rPr lang="en-IN" sz="2400" b="1" dirty="0"/>
              <a:t>Which countries emit the most carbon?</a:t>
            </a:r>
          </a:p>
          <a:p>
            <a:pPr marL="114300" indent="0">
              <a:buNone/>
            </a:pPr>
            <a:r>
              <a:rPr lang="en-IN" sz="2400" dirty="0"/>
              <a:t>     Purpose: Identify major contributors to global emissions.</a:t>
            </a:r>
          </a:p>
          <a:p>
            <a:pPr marL="114300" indent="0">
              <a:buNone/>
            </a:pPr>
            <a:r>
              <a:rPr lang="en-IN" sz="2400" dirty="0"/>
              <a:t>     Insight: Highlights environmental impact by country.</a:t>
            </a:r>
          </a:p>
          <a:p>
            <a:pPr marL="114300" indent="0">
              <a:buNone/>
            </a:pPr>
            <a:endParaRPr lang="en-IN" sz="2400" dirty="0"/>
          </a:p>
        </p:txBody>
      </p:sp>
      <p:pic>
        <p:nvPicPr>
          <p:cNvPr id="7" name="Picture 6">
            <a:extLst>
              <a:ext uri="{FF2B5EF4-FFF2-40B4-BE49-F238E27FC236}">
                <a16:creationId xmlns:a16="http://schemas.microsoft.com/office/drawing/2014/main" id="{F1838975-2171-09B5-BE88-BD4A8C8901B7}"/>
              </a:ext>
            </a:extLst>
          </p:cNvPr>
          <p:cNvPicPr>
            <a:picLocks noChangeAspect="1"/>
          </p:cNvPicPr>
          <p:nvPr/>
        </p:nvPicPr>
        <p:blipFill>
          <a:blip r:embed="rId2"/>
          <a:stretch>
            <a:fillRect/>
          </a:stretch>
        </p:blipFill>
        <p:spPr>
          <a:xfrm>
            <a:off x="5926960" y="3501115"/>
            <a:ext cx="2629128" cy="1920406"/>
          </a:xfrm>
          <a:prstGeom prst="rect">
            <a:avLst/>
          </a:prstGeom>
        </p:spPr>
      </p:pic>
      <p:pic>
        <p:nvPicPr>
          <p:cNvPr id="9" name="Picture 8">
            <a:extLst>
              <a:ext uri="{FF2B5EF4-FFF2-40B4-BE49-F238E27FC236}">
                <a16:creationId xmlns:a16="http://schemas.microsoft.com/office/drawing/2014/main" id="{3F77B115-2C00-E175-2259-169AAB6D1D63}"/>
              </a:ext>
            </a:extLst>
          </p:cNvPr>
          <p:cNvPicPr>
            <a:picLocks noChangeAspect="1"/>
          </p:cNvPicPr>
          <p:nvPr/>
        </p:nvPicPr>
        <p:blipFill>
          <a:blip r:embed="rId3"/>
          <a:stretch>
            <a:fillRect/>
          </a:stretch>
        </p:blipFill>
        <p:spPr>
          <a:xfrm>
            <a:off x="1384787" y="3003279"/>
            <a:ext cx="3565691" cy="3005635"/>
          </a:xfrm>
          <a:prstGeom prst="rect">
            <a:avLst/>
          </a:prstGeom>
        </p:spPr>
      </p:pic>
    </p:spTree>
    <p:extLst>
      <p:ext uri="{BB962C8B-B14F-4D97-AF65-F5344CB8AC3E}">
        <p14:creationId xmlns:p14="http://schemas.microsoft.com/office/powerpoint/2010/main" val="683580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54B4-2EAE-A327-40FF-DCBE4AEEB85B}"/>
              </a:ext>
            </a:extLst>
          </p:cNvPr>
          <p:cNvSpPr>
            <a:spLocks noGrp="1"/>
          </p:cNvSpPr>
          <p:nvPr>
            <p:ph type="title"/>
          </p:nvPr>
        </p:nvSpPr>
        <p:spPr>
          <a:xfrm>
            <a:off x="838200" y="283045"/>
            <a:ext cx="10515600" cy="890919"/>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649E26C0-7229-609F-A26B-AFBD9D6364B6}"/>
              </a:ext>
            </a:extLst>
          </p:cNvPr>
          <p:cNvSpPr>
            <a:spLocks noGrp="1"/>
          </p:cNvSpPr>
          <p:nvPr>
            <p:ph type="body" idx="1"/>
          </p:nvPr>
        </p:nvSpPr>
        <p:spPr>
          <a:xfrm>
            <a:off x="707571" y="1115368"/>
            <a:ext cx="10515600" cy="5014127"/>
          </a:xfrm>
        </p:spPr>
        <p:txBody>
          <a:bodyPr>
            <a:normAutofit/>
          </a:bodyPr>
          <a:lstStyle/>
          <a:p>
            <a:r>
              <a:rPr lang="en-IN" sz="2400" b="1" dirty="0"/>
              <a:t>Which countries have improved (reduced) their per-capita emissions the most over the last decade?</a:t>
            </a:r>
          </a:p>
          <a:p>
            <a:pPr marL="114300" indent="0">
              <a:buNone/>
            </a:pPr>
            <a:r>
              <a:rPr lang="en-IN" sz="2400" b="1" dirty="0"/>
              <a:t>     </a:t>
            </a:r>
            <a:r>
              <a:rPr lang="en-IN" sz="2400" dirty="0"/>
              <a:t>Purpose: Identify countries becoming more environmentally efficient.</a:t>
            </a:r>
          </a:p>
          <a:p>
            <a:pPr marL="114300" indent="0">
              <a:buNone/>
            </a:pPr>
            <a:r>
              <a:rPr lang="en-IN" sz="2400" b="1" dirty="0"/>
              <a:t>     </a:t>
            </a:r>
            <a:r>
              <a:rPr lang="en-IN" sz="2400" dirty="0"/>
              <a:t>Insight: Evaluate sustainability progress.</a:t>
            </a:r>
          </a:p>
          <a:p>
            <a:pPr marL="114300" indent="0">
              <a:buNone/>
            </a:pPr>
            <a:endParaRPr lang="en-IN" sz="2400" dirty="0"/>
          </a:p>
          <a:p>
            <a:pPr marL="114300" indent="0">
              <a:buNone/>
            </a:pPr>
            <a:endParaRPr lang="en-IN" sz="2400" dirty="0"/>
          </a:p>
          <a:p>
            <a:pPr marL="114300" indent="0">
              <a:buNone/>
            </a:pPr>
            <a:endParaRPr lang="en-IN" sz="2400" dirty="0"/>
          </a:p>
        </p:txBody>
      </p:sp>
      <p:pic>
        <p:nvPicPr>
          <p:cNvPr id="4" name="Picture 3">
            <a:extLst>
              <a:ext uri="{FF2B5EF4-FFF2-40B4-BE49-F238E27FC236}">
                <a16:creationId xmlns:a16="http://schemas.microsoft.com/office/drawing/2014/main" id="{51047702-B28D-7330-297E-6B5652A4E127}"/>
              </a:ext>
            </a:extLst>
          </p:cNvPr>
          <p:cNvPicPr>
            <a:picLocks noChangeAspect="1"/>
          </p:cNvPicPr>
          <p:nvPr/>
        </p:nvPicPr>
        <p:blipFill>
          <a:blip r:embed="rId2"/>
          <a:stretch>
            <a:fillRect/>
          </a:stretch>
        </p:blipFill>
        <p:spPr>
          <a:xfrm>
            <a:off x="1095270" y="3027540"/>
            <a:ext cx="4259297" cy="3830460"/>
          </a:xfrm>
          <a:prstGeom prst="rect">
            <a:avLst/>
          </a:prstGeom>
        </p:spPr>
      </p:pic>
      <p:pic>
        <p:nvPicPr>
          <p:cNvPr id="6" name="Picture 5">
            <a:extLst>
              <a:ext uri="{FF2B5EF4-FFF2-40B4-BE49-F238E27FC236}">
                <a16:creationId xmlns:a16="http://schemas.microsoft.com/office/drawing/2014/main" id="{C728D459-E8B1-C2E1-8E38-F0EA1F43300B}"/>
              </a:ext>
            </a:extLst>
          </p:cNvPr>
          <p:cNvPicPr>
            <a:picLocks noChangeAspect="1"/>
          </p:cNvPicPr>
          <p:nvPr/>
        </p:nvPicPr>
        <p:blipFill>
          <a:blip r:embed="rId3"/>
          <a:stretch>
            <a:fillRect/>
          </a:stretch>
        </p:blipFill>
        <p:spPr>
          <a:xfrm>
            <a:off x="6494893" y="3224214"/>
            <a:ext cx="4381915" cy="2790510"/>
          </a:xfrm>
          <a:prstGeom prst="rect">
            <a:avLst/>
          </a:prstGeom>
        </p:spPr>
      </p:pic>
    </p:spTree>
    <p:extLst>
      <p:ext uri="{BB962C8B-B14F-4D97-AF65-F5344CB8AC3E}">
        <p14:creationId xmlns:p14="http://schemas.microsoft.com/office/powerpoint/2010/main" val="3023320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2602-65B4-38D8-5107-2D89EA070144}"/>
              </a:ext>
            </a:extLst>
          </p:cNvPr>
          <p:cNvSpPr>
            <a:spLocks noGrp="1"/>
          </p:cNvSpPr>
          <p:nvPr>
            <p:ph type="title"/>
          </p:nvPr>
        </p:nvSpPr>
        <p:spPr>
          <a:xfrm>
            <a:off x="838200" y="365126"/>
            <a:ext cx="10515600" cy="981354"/>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87CC8F56-619C-7226-98EE-A597E3D6EAB9}"/>
              </a:ext>
            </a:extLst>
          </p:cNvPr>
          <p:cNvSpPr>
            <a:spLocks noGrp="1"/>
          </p:cNvSpPr>
          <p:nvPr>
            <p:ph type="body" idx="1"/>
          </p:nvPr>
        </p:nvSpPr>
        <p:spPr>
          <a:xfrm>
            <a:off x="838200" y="1346480"/>
            <a:ext cx="10515600" cy="4830483"/>
          </a:xfrm>
        </p:spPr>
        <p:txBody>
          <a:bodyPr>
            <a:normAutofit/>
          </a:bodyPr>
          <a:lstStyle/>
          <a:p>
            <a:r>
              <a:rPr lang="en-IN" sz="2400" b="1" dirty="0"/>
              <a:t>How has population growth affected total emissions?</a:t>
            </a:r>
          </a:p>
          <a:p>
            <a:pPr marL="114300" indent="0">
              <a:buNone/>
            </a:pPr>
            <a:r>
              <a:rPr lang="en-IN" sz="2400" b="1" dirty="0"/>
              <a:t>     </a:t>
            </a:r>
            <a:r>
              <a:rPr lang="en-IN" sz="2400" dirty="0"/>
              <a:t>Purpose: Examine the impact of population on environmental sustainability.</a:t>
            </a:r>
          </a:p>
          <a:p>
            <a:pPr marL="114300" indent="0">
              <a:buNone/>
            </a:pPr>
            <a:r>
              <a:rPr lang="en-IN" sz="2400" b="1" dirty="0"/>
              <a:t>     </a:t>
            </a:r>
            <a:r>
              <a:rPr lang="en-IN" sz="2400" dirty="0"/>
              <a:t>Insight: Understand whether population growth drives emissions.</a:t>
            </a:r>
          </a:p>
          <a:p>
            <a:pPr marL="114300" indent="0">
              <a:buNone/>
            </a:pPr>
            <a:endParaRPr lang="en-IN" sz="2400" dirty="0"/>
          </a:p>
        </p:txBody>
      </p:sp>
      <p:pic>
        <p:nvPicPr>
          <p:cNvPr id="5" name="Picture 4">
            <a:extLst>
              <a:ext uri="{FF2B5EF4-FFF2-40B4-BE49-F238E27FC236}">
                <a16:creationId xmlns:a16="http://schemas.microsoft.com/office/drawing/2014/main" id="{EDDAD278-83D0-8193-28A0-8C08BD0C2D3F}"/>
              </a:ext>
            </a:extLst>
          </p:cNvPr>
          <p:cNvPicPr>
            <a:picLocks noChangeAspect="1"/>
          </p:cNvPicPr>
          <p:nvPr/>
        </p:nvPicPr>
        <p:blipFill>
          <a:blip r:embed="rId2"/>
          <a:stretch>
            <a:fillRect/>
          </a:stretch>
        </p:blipFill>
        <p:spPr>
          <a:xfrm>
            <a:off x="1365721" y="3178183"/>
            <a:ext cx="5220152" cy="2232853"/>
          </a:xfrm>
          <a:prstGeom prst="rect">
            <a:avLst/>
          </a:prstGeom>
        </p:spPr>
      </p:pic>
      <p:pic>
        <p:nvPicPr>
          <p:cNvPr id="7" name="Picture 6">
            <a:extLst>
              <a:ext uri="{FF2B5EF4-FFF2-40B4-BE49-F238E27FC236}">
                <a16:creationId xmlns:a16="http://schemas.microsoft.com/office/drawing/2014/main" id="{CDB7ED42-9DC9-19EB-5039-65E1DBAD9325}"/>
              </a:ext>
            </a:extLst>
          </p:cNvPr>
          <p:cNvPicPr>
            <a:picLocks noChangeAspect="1"/>
          </p:cNvPicPr>
          <p:nvPr/>
        </p:nvPicPr>
        <p:blipFill>
          <a:blip r:embed="rId3"/>
          <a:stretch>
            <a:fillRect/>
          </a:stretch>
        </p:blipFill>
        <p:spPr>
          <a:xfrm>
            <a:off x="6585873" y="3178183"/>
            <a:ext cx="4604618" cy="2333337"/>
          </a:xfrm>
          <a:prstGeom prst="rect">
            <a:avLst/>
          </a:prstGeom>
        </p:spPr>
      </p:pic>
    </p:spTree>
    <p:extLst>
      <p:ext uri="{BB962C8B-B14F-4D97-AF65-F5344CB8AC3E}">
        <p14:creationId xmlns:p14="http://schemas.microsoft.com/office/powerpoint/2010/main" val="3161365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9856-9B10-CBE7-6FE5-CDB436EB4CB2}"/>
              </a:ext>
            </a:extLst>
          </p:cNvPr>
          <p:cNvSpPr>
            <a:spLocks noGrp="1"/>
          </p:cNvSpPr>
          <p:nvPr>
            <p:ph type="title"/>
          </p:nvPr>
        </p:nvSpPr>
        <p:spPr>
          <a:xfrm>
            <a:off x="838200" y="365125"/>
            <a:ext cx="10515600" cy="1001451"/>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FA3AC6A5-5C9F-78A6-ABF7-B9FD4ACD6FAB}"/>
              </a:ext>
            </a:extLst>
          </p:cNvPr>
          <p:cNvSpPr>
            <a:spLocks noGrp="1"/>
          </p:cNvSpPr>
          <p:nvPr>
            <p:ph type="body" idx="1"/>
          </p:nvPr>
        </p:nvSpPr>
        <p:spPr>
          <a:xfrm>
            <a:off x="838200" y="1366576"/>
            <a:ext cx="10978661" cy="4810387"/>
          </a:xfrm>
        </p:spPr>
        <p:txBody>
          <a:bodyPr>
            <a:normAutofit/>
          </a:bodyPr>
          <a:lstStyle/>
          <a:p>
            <a:r>
              <a:rPr lang="en-IN" sz="2400" b="1" dirty="0"/>
              <a:t>Does higher GDP lead to higher energy consumption?</a:t>
            </a:r>
          </a:p>
          <a:p>
            <a:pPr marL="114300" indent="0">
              <a:buNone/>
            </a:pPr>
            <a:r>
              <a:rPr lang="en-IN" sz="2400" b="1" dirty="0"/>
              <a:t>     </a:t>
            </a:r>
            <a:r>
              <a:rPr lang="en-IN" sz="2400" dirty="0"/>
              <a:t>Purpose: Study the relationship between economic growth and energy demand.</a:t>
            </a:r>
          </a:p>
          <a:p>
            <a:pPr marL="114300" indent="0">
              <a:buNone/>
            </a:pPr>
            <a:r>
              <a:rPr lang="en-IN" sz="2400" b="1" dirty="0"/>
              <a:t>     </a:t>
            </a:r>
            <a:r>
              <a:rPr lang="en-IN" sz="2400" dirty="0"/>
              <a:t>Insight: Determine whether richer economies consume more energy.</a:t>
            </a:r>
          </a:p>
          <a:p>
            <a:pPr marL="114300" indent="0">
              <a:buNone/>
            </a:pPr>
            <a:endParaRPr lang="en-IN" sz="2400" dirty="0"/>
          </a:p>
          <a:p>
            <a:pPr marL="114300" indent="0">
              <a:buNone/>
            </a:pPr>
            <a:endParaRPr lang="en-IN" sz="2400" dirty="0"/>
          </a:p>
        </p:txBody>
      </p:sp>
      <p:pic>
        <p:nvPicPr>
          <p:cNvPr id="5" name="Picture 4">
            <a:extLst>
              <a:ext uri="{FF2B5EF4-FFF2-40B4-BE49-F238E27FC236}">
                <a16:creationId xmlns:a16="http://schemas.microsoft.com/office/drawing/2014/main" id="{62B8DD74-07AD-190F-6DD3-42DE7011480E}"/>
              </a:ext>
            </a:extLst>
          </p:cNvPr>
          <p:cNvPicPr>
            <a:picLocks noChangeAspect="1"/>
          </p:cNvPicPr>
          <p:nvPr/>
        </p:nvPicPr>
        <p:blipFill>
          <a:blip r:embed="rId2"/>
          <a:stretch>
            <a:fillRect/>
          </a:stretch>
        </p:blipFill>
        <p:spPr>
          <a:xfrm>
            <a:off x="1319869" y="3112694"/>
            <a:ext cx="4427604" cy="2835929"/>
          </a:xfrm>
          <a:prstGeom prst="rect">
            <a:avLst/>
          </a:prstGeom>
        </p:spPr>
      </p:pic>
      <p:pic>
        <p:nvPicPr>
          <p:cNvPr id="7" name="Picture 6">
            <a:extLst>
              <a:ext uri="{FF2B5EF4-FFF2-40B4-BE49-F238E27FC236}">
                <a16:creationId xmlns:a16="http://schemas.microsoft.com/office/drawing/2014/main" id="{FED569A0-4FCD-6800-707D-6BD1C59C16A0}"/>
              </a:ext>
            </a:extLst>
          </p:cNvPr>
          <p:cNvPicPr>
            <a:picLocks noChangeAspect="1"/>
          </p:cNvPicPr>
          <p:nvPr/>
        </p:nvPicPr>
        <p:blipFill>
          <a:blip r:embed="rId3"/>
          <a:stretch>
            <a:fillRect/>
          </a:stretch>
        </p:blipFill>
        <p:spPr>
          <a:xfrm>
            <a:off x="5890952" y="2953703"/>
            <a:ext cx="5273497" cy="2994920"/>
          </a:xfrm>
          <a:prstGeom prst="rect">
            <a:avLst/>
          </a:prstGeom>
        </p:spPr>
      </p:pic>
    </p:spTree>
    <p:extLst>
      <p:ext uri="{BB962C8B-B14F-4D97-AF65-F5344CB8AC3E}">
        <p14:creationId xmlns:p14="http://schemas.microsoft.com/office/powerpoint/2010/main" val="1860899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915F-7377-F9F1-A8C1-A988293B9195}"/>
              </a:ext>
            </a:extLst>
          </p:cNvPr>
          <p:cNvSpPr>
            <a:spLocks noGrp="1"/>
          </p:cNvSpPr>
          <p:nvPr>
            <p:ph type="title"/>
          </p:nvPr>
        </p:nvSpPr>
        <p:spPr>
          <a:xfrm>
            <a:off x="838200" y="365125"/>
            <a:ext cx="10515600" cy="790435"/>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2948ACA3-5776-51E4-22B9-1C6179109122}"/>
              </a:ext>
            </a:extLst>
          </p:cNvPr>
          <p:cNvSpPr>
            <a:spLocks noGrp="1"/>
          </p:cNvSpPr>
          <p:nvPr>
            <p:ph type="body" idx="1"/>
          </p:nvPr>
        </p:nvSpPr>
        <p:spPr>
          <a:xfrm>
            <a:off x="838200" y="1155560"/>
            <a:ext cx="10515600" cy="5021403"/>
          </a:xfrm>
        </p:spPr>
        <p:txBody>
          <a:bodyPr>
            <a:normAutofit/>
          </a:bodyPr>
          <a:lstStyle/>
          <a:p>
            <a:r>
              <a:rPr lang="en-IN" sz="2400" b="1" dirty="0"/>
              <a:t>Which countries have the highest energy consumption per capita?</a:t>
            </a:r>
          </a:p>
          <a:p>
            <a:pPr marL="114300" indent="0">
              <a:buNone/>
            </a:pPr>
            <a:r>
              <a:rPr lang="en-IN" sz="2400" b="1" dirty="0"/>
              <a:t>     </a:t>
            </a:r>
            <a:r>
              <a:rPr lang="en-IN" sz="2400" dirty="0"/>
              <a:t>Purpose: Measure average energy usage per person.</a:t>
            </a:r>
          </a:p>
          <a:p>
            <a:pPr marL="114300" indent="0">
              <a:buNone/>
            </a:pPr>
            <a:r>
              <a:rPr lang="en-IN" sz="2400" b="1" dirty="0"/>
              <a:t>     </a:t>
            </a:r>
            <a:r>
              <a:rPr lang="en-IN" sz="2400" dirty="0"/>
              <a:t>Insight: Compare living standards and energy dependence.</a:t>
            </a:r>
          </a:p>
          <a:p>
            <a:pPr marL="114300" indent="0">
              <a:buNone/>
            </a:pPr>
            <a:endParaRPr lang="en-IN" sz="2400" dirty="0"/>
          </a:p>
        </p:txBody>
      </p:sp>
      <p:pic>
        <p:nvPicPr>
          <p:cNvPr id="4" name="Picture 3">
            <a:extLst>
              <a:ext uri="{FF2B5EF4-FFF2-40B4-BE49-F238E27FC236}">
                <a16:creationId xmlns:a16="http://schemas.microsoft.com/office/drawing/2014/main" id="{3B0267B5-F380-AC44-89AF-C971A29E9090}"/>
              </a:ext>
            </a:extLst>
          </p:cNvPr>
          <p:cNvPicPr>
            <a:picLocks noChangeAspect="1"/>
          </p:cNvPicPr>
          <p:nvPr/>
        </p:nvPicPr>
        <p:blipFill>
          <a:blip r:embed="rId2"/>
          <a:stretch>
            <a:fillRect/>
          </a:stretch>
        </p:blipFill>
        <p:spPr>
          <a:xfrm>
            <a:off x="1235222" y="2770528"/>
            <a:ext cx="6104149" cy="3406435"/>
          </a:xfrm>
          <a:prstGeom prst="rect">
            <a:avLst/>
          </a:prstGeom>
        </p:spPr>
      </p:pic>
      <p:pic>
        <p:nvPicPr>
          <p:cNvPr id="6" name="Picture 5">
            <a:extLst>
              <a:ext uri="{FF2B5EF4-FFF2-40B4-BE49-F238E27FC236}">
                <a16:creationId xmlns:a16="http://schemas.microsoft.com/office/drawing/2014/main" id="{EB2E22A5-F07C-BD8D-0A64-A90C83D84A3B}"/>
              </a:ext>
            </a:extLst>
          </p:cNvPr>
          <p:cNvPicPr>
            <a:picLocks noChangeAspect="1"/>
          </p:cNvPicPr>
          <p:nvPr/>
        </p:nvPicPr>
        <p:blipFill>
          <a:blip r:embed="rId3"/>
          <a:stretch>
            <a:fillRect/>
          </a:stretch>
        </p:blipFill>
        <p:spPr>
          <a:xfrm>
            <a:off x="5354567" y="3766321"/>
            <a:ext cx="6496738" cy="1845747"/>
          </a:xfrm>
          <a:prstGeom prst="rect">
            <a:avLst/>
          </a:prstGeom>
        </p:spPr>
      </p:pic>
    </p:spTree>
    <p:extLst>
      <p:ext uri="{BB962C8B-B14F-4D97-AF65-F5344CB8AC3E}">
        <p14:creationId xmlns:p14="http://schemas.microsoft.com/office/powerpoint/2010/main" val="3411650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5FEC-A8C4-52E2-C73E-3D5CA04505CA}"/>
              </a:ext>
            </a:extLst>
          </p:cNvPr>
          <p:cNvSpPr>
            <a:spLocks noGrp="1"/>
          </p:cNvSpPr>
          <p:nvPr>
            <p:ph type="title"/>
          </p:nvPr>
        </p:nvSpPr>
        <p:spPr>
          <a:xfrm>
            <a:off x="838200" y="251210"/>
            <a:ext cx="10515600" cy="914400"/>
          </a:xfrm>
        </p:spPr>
        <p:txBody>
          <a:bodyPr/>
          <a:lstStyle/>
          <a:p>
            <a:r>
              <a:rPr lang="en-IN" b="1" dirty="0">
                <a:solidFill>
                  <a:srgbClr val="C00000"/>
                </a:solidFill>
              </a:rPr>
              <a:t>Insights</a:t>
            </a:r>
            <a:endParaRPr lang="en-IN" dirty="0"/>
          </a:p>
        </p:txBody>
      </p:sp>
      <p:sp>
        <p:nvSpPr>
          <p:cNvPr id="3" name="Text Placeholder 2">
            <a:extLst>
              <a:ext uri="{FF2B5EF4-FFF2-40B4-BE49-F238E27FC236}">
                <a16:creationId xmlns:a16="http://schemas.microsoft.com/office/drawing/2014/main" id="{7747A2CB-EF7F-22F1-27F1-C4B1FB2D4D94}"/>
              </a:ext>
            </a:extLst>
          </p:cNvPr>
          <p:cNvSpPr>
            <a:spLocks noGrp="1"/>
          </p:cNvSpPr>
          <p:nvPr>
            <p:ph type="body" idx="1"/>
          </p:nvPr>
        </p:nvSpPr>
        <p:spPr>
          <a:xfrm>
            <a:off x="753626" y="1014884"/>
            <a:ext cx="11012994" cy="5162079"/>
          </a:xfrm>
        </p:spPr>
        <p:txBody>
          <a:bodyPr>
            <a:noAutofit/>
          </a:bodyPr>
          <a:lstStyle/>
          <a:p>
            <a:r>
              <a:rPr lang="en-IN" sz="2400" dirty="0"/>
              <a:t>Carbon emissions are concentrated in a few major economies, making them the largest contributors to global emissions. </a:t>
            </a:r>
          </a:p>
          <a:p>
            <a:r>
              <a:rPr lang="en-IN" sz="2400" dirty="0"/>
              <a:t>Countries with higher GDP generally consume more energy, indicating a positive relationship between economic growth and energy demand. </a:t>
            </a:r>
          </a:p>
          <a:p>
            <a:r>
              <a:rPr lang="en-IN" sz="2400" dirty="0"/>
              <a:t>Energy production and consumption differ across countries, highlighting the dependence of some countries on energy imports. </a:t>
            </a:r>
          </a:p>
          <a:p>
            <a:r>
              <a:rPr lang="en-IN" sz="2400" dirty="0"/>
              <a:t>Population growth influences total emissions, but industrialization and economic activity have a greater impact. </a:t>
            </a:r>
          </a:p>
          <a:p>
            <a:r>
              <a:rPr lang="en-IN" sz="2400" dirty="0"/>
              <a:t>Per-capita analysis reveals differences in energy efficiency, allowing fair comparisons between countries of different sizes. </a:t>
            </a:r>
          </a:p>
          <a:p>
            <a:r>
              <a:rPr lang="en-IN" sz="2400" dirty="0"/>
              <a:t>Several countries have reduced their per-capita emissions over the available years, reflecting improvements in energy efficiency and sustainability.</a:t>
            </a:r>
          </a:p>
        </p:txBody>
      </p:sp>
    </p:spTree>
    <p:extLst>
      <p:ext uri="{BB962C8B-B14F-4D97-AF65-F5344CB8AC3E}">
        <p14:creationId xmlns:p14="http://schemas.microsoft.com/office/powerpoint/2010/main" val="4085272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3D5C9-40A0-D685-8502-B5063F5BAC09}"/>
              </a:ext>
            </a:extLst>
          </p:cNvPr>
          <p:cNvSpPr>
            <a:spLocks noGrp="1"/>
          </p:cNvSpPr>
          <p:nvPr>
            <p:ph type="title"/>
          </p:nvPr>
        </p:nvSpPr>
        <p:spPr>
          <a:xfrm>
            <a:off x="838200" y="365126"/>
            <a:ext cx="10515600" cy="911016"/>
          </a:xfrm>
        </p:spPr>
        <p:txBody>
          <a:bodyPr/>
          <a:lstStyle/>
          <a:p>
            <a:r>
              <a:rPr lang="en-IN" b="1" dirty="0">
                <a:solidFill>
                  <a:srgbClr val="C00000"/>
                </a:solidFill>
              </a:rPr>
              <a:t>Conclusion</a:t>
            </a:r>
            <a:endParaRPr lang="en-IN" dirty="0"/>
          </a:p>
        </p:txBody>
      </p:sp>
      <p:sp>
        <p:nvSpPr>
          <p:cNvPr id="3" name="Text Placeholder 2">
            <a:extLst>
              <a:ext uri="{FF2B5EF4-FFF2-40B4-BE49-F238E27FC236}">
                <a16:creationId xmlns:a16="http://schemas.microsoft.com/office/drawing/2014/main" id="{0A83BDD2-476B-A128-4A7C-8A881EA6A73C}"/>
              </a:ext>
            </a:extLst>
          </p:cNvPr>
          <p:cNvSpPr>
            <a:spLocks noGrp="1"/>
          </p:cNvSpPr>
          <p:nvPr>
            <p:ph type="body" idx="1"/>
          </p:nvPr>
        </p:nvSpPr>
        <p:spPr>
          <a:xfrm>
            <a:off x="838200" y="1446963"/>
            <a:ext cx="10515600" cy="4730000"/>
          </a:xfrm>
        </p:spPr>
        <p:txBody>
          <a:bodyPr>
            <a:normAutofit/>
          </a:bodyPr>
          <a:lstStyle/>
          <a:p>
            <a:r>
              <a:rPr lang="en-IN" sz="2400" dirty="0"/>
              <a:t>Successfully analysed global energy production, consumption, carbon emissions, GDP, and population data using MySQL. </a:t>
            </a:r>
          </a:p>
          <a:p>
            <a:r>
              <a:rPr lang="en-IN" sz="2400" dirty="0"/>
              <a:t>Applied SQL techniques including Joins, Aggregate Functions, Subqueries, CTEs, and Window Functions to solve real-world analytical problems. </a:t>
            </a:r>
          </a:p>
          <a:p>
            <a:r>
              <a:rPr lang="en-IN" sz="2400" dirty="0"/>
              <a:t>Identified key trends, compared countries, and evaluated energy efficiency using per-capita and ratio-based analysis. </a:t>
            </a:r>
          </a:p>
          <a:p>
            <a:r>
              <a:rPr lang="en-IN" sz="2400" dirty="0"/>
              <a:t>The project demonstrates how SQL can transform raw data into meaningful insights that support data-driven decision-making and sustainable energy planning.</a:t>
            </a:r>
          </a:p>
          <a:p>
            <a:pPr marL="114300" indent="0">
              <a:buNone/>
            </a:pPr>
            <a:endParaRPr lang="en-IN" sz="2400" dirty="0"/>
          </a:p>
        </p:txBody>
      </p:sp>
    </p:spTree>
    <p:extLst>
      <p:ext uri="{BB962C8B-B14F-4D97-AF65-F5344CB8AC3E}">
        <p14:creationId xmlns:p14="http://schemas.microsoft.com/office/powerpoint/2010/main" val="2508628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CBAD-1E07-1EB9-9144-56315FAA21FB}"/>
              </a:ext>
            </a:extLst>
          </p:cNvPr>
          <p:cNvSpPr>
            <a:spLocks noGrp="1"/>
          </p:cNvSpPr>
          <p:nvPr>
            <p:ph type="title"/>
          </p:nvPr>
        </p:nvSpPr>
        <p:spPr>
          <a:xfrm>
            <a:off x="838200" y="365126"/>
            <a:ext cx="10515600" cy="991402"/>
          </a:xfrm>
        </p:spPr>
        <p:txBody>
          <a:bodyPr/>
          <a:lstStyle/>
          <a:p>
            <a:r>
              <a:rPr lang="en-IN" b="1" dirty="0">
                <a:solidFill>
                  <a:srgbClr val="C00000"/>
                </a:solidFill>
              </a:rPr>
              <a:t>Recommendation</a:t>
            </a:r>
            <a:endParaRPr lang="en-IN" dirty="0"/>
          </a:p>
        </p:txBody>
      </p:sp>
      <p:sp>
        <p:nvSpPr>
          <p:cNvPr id="3" name="Text Placeholder 2">
            <a:extLst>
              <a:ext uri="{FF2B5EF4-FFF2-40B4-BE49-F238E27FC236}">
                <a16:creationId xmlns:a16="http://schemas.microsoft.com/office/drawing/2014/main" id="{1291516E-84C4-4B91-ABE2-537B234DE13A}"/>
              </a:ext>
            </a:extLst>
          </p:cNvPr>
          <p:cNvSpPr>
            <a:spLocks noGrp="1"/>
          </p:cNvSpPr>
          <p:nvPr>
            <p:ph type="body" idx="1"/>
          </p:nvPr>
        </p:nvSpPr>
        <p:spPr>
          <a:xfrm>
            <a:off x="838200" y="1356528"/>
            <a:ext cx="10515600" cy="4820435"/>
          </a:xfrm>
        </p:spPr>
        <p:txBody>
          <a:bodyPr>
            <a:normAutofit/>
          </a:bodyPr>
          <a:lstStyle/>
          <a:p>
            <a:r>
              <a:rPr lang="en-IN" sz="2400" b="1" dirty="0"/>
              <a:t>Promote Renewable Energy:</a:t>
            </a:r>
            <a:r>
              <a:rPr lang="en-IN" sz="2400" dirty="0"/>
              <a:t> Increase the adoption of renewable energy sources to reduce carbon emissions. </a:t>
            </a:r>
          </a:p>
          <a:p>
            <a:r>
              <a:rPr lang="en-IN" sz="2400" b="1" dirty="0"/>
              <a:t>Improve Energy Efficiency:</a:t>
            </a:r>
            <a:r>
              <a:rPr lang="en-IN" sz="2400" dirty="0"/>
              <a:t> Encourage efficient energy production and consumption to minimize energy wastage. </a:t>
            </a:r>
          </a:p>
          <a:p>
            <a:r>
              <a:rPr lang="en-IN" sz="2400" b="1" dirty="0"/>
              <a:t>Adopt Data-Driven Policies:</a:t>
            </a:r>
            <a:r>
              <a:rPr lang="en-IN" sz="2400" dirty="0"/>
              <a:t> Use data analytics to support energy planning and environmental decision-making. </a:t>
            </a:r>
          </a:p>
          <a:p>
            <a:r>
              <a:rPr lang="en-IN" sz="2400" b="1" dirty="0"/>
              <a:t>Focus on Sustainable Development:</a:t>
            </a:r>
            <a:r>
              <a:rPr lang="en-IN" sz="2400" dirty="0"/>
              <a:t> Balance economic growth with environmental protection by investing in clean technologies. </a:t>
            </a:r>
          </a:p>
          <a:p>
            <a:r>
              <a:rPr lang="en-IN" sz="2400" b="1" dirty="0"/>
              <a:t>Monitor Key Performance Indicators:</a:t>
            </a:r>
            <a:r>
              <a:rPr lang="en-IN" sz="2400" dirty="0"/>
              <a:t> Regularly track emissions, energy consumption, GDP, and population trends to evaluate progress and improve energy policies.</a:t>
            </a:r>
          </a:p>
        </p:txBody>
      </p:sp>
    </p:spTree>
    <p:extLst>
      <p:ext uri="{BB962C8B-B14F-4D97-AF65-F5344CB8AC3E}">
        <p14:creationId xmlns:p14="http://schemas.microsoft.com/office/powerpoint/2010/main" val="1471453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717</TotalTime>
  <Words>1122</Words>
  <Application>Microsoft Office PowerPoint</Application>
  <PresentationFormat>Widescreen</PresentationFormat>
  <Paragraphs>130</Paragraphs>
  <Slides>21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Lato Black</vt:lpstr>
      <vt:lpstr>Libre Baskerville</vt:lpstr>
      <vt:lpstr>Office Theme</vt:lpstr>
      <vt:lpstr>PowerPoint Presentation</vt:lpstr>
      <vt:lpstr>PowerPoint Presentation</vt:lpstr>
      <vt:lpstr>    Agenda  </vt:lpstr>
      <vt:lpstr>Business Problem</vt:lpstr>
      <vt:lpstr>Business Problem Statement</vt:lpstr>
      <vt:lpstr>Business Problem Statement</vt:lpstr>
      <vt:lpstr>Introduction</vt:lpstr>
      <vt:lpstr>ER Diagram and Cardinality</vt:lpstr>
      <vt:lpstr>Analysis Queries</vt:lpstr>
      <vt:lpstr>Analysis Queries</vt:lpstr>
      <vt:lpstr>Analysis Queries</vt:lpstr>
      <vt:lpstr>Analysis Queries</vt:lpstr>
      <vt:lpstr>Analysis Queries</vt:lpstr>
      <vt:lpstr>Analysis Queries</vt:lpstr>
      <vt:lpstr>Analysis Queries</vt:lpstr>
      <vt:lpstr>Analysis Queries</vt:lpstr>
      <vt:lpstr>Analysis Queries</vt:lpstr>
      <vt:lpstr>Insights</vt:lpstr>
      <vt:lpstr>Conclusion</vt:lpstr>
      <vt:lpstr>Recommendation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NavyaThara Ramesh</cp:lastModifiedBy>
  <cp:revision>2</cp:revision>
  <dcterms:created xsi:type="dcterms:W3CDTF">2021-02-16T05:19:01Z</dcterms:created>
  <dcterms:modified xsi:type="dcterms:W3CDTF">2026-07-04T07:02:41Z</dcterms:modified>
</cp:coreProperties>
</file>